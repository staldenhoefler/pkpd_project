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259" r:id="rId3"/>
    <p:sldId id="263" r:id="rId4"/>
    <p:sldId id="273" r:id="rId5"/>
    <p:sldId id="257" r:id="rId6"/>
    <p:sldId id="264" r:id="rId7"/>
    <p:sldId id="283" r:id="rId8"/>
    <p:sldId id="284" r:id="rId9"/>
    <p:sldId id="285" r:id="rId10"/>
    <p:sldId id="258" r:id="rId11"/>
    <p:sldId id="267" r:id="rId12"/>
    <p:sldId id="275" r:id="rId13"/>
    <p:sldId id="276" r:id="rId14"/>
    <p:sldId id="274" r:id="rId15"/>
    <p:sldId id="262" r:id="rId16"/>
    <p:sldId id="265" r:id="rId17"/>
    <p:sldId id="266" r:id="rId18"/>
    <p:sldId id="277" r:id="rId19"/>
    <p:sldId id="268" r:id="rId20"/>
    <p:sldId id="260" r:id="rId21"/>
    <p:sldId id="278" r:id="rId22"/>
    <p:sldId id="279" r:id="rId23"/>
    <p:sldId id="280" r:id="rId24"/>
    <p:sldId id="269" r:id="rId25"/>
    <p:sldId id="270" r:id="rId26"/>
    <p:sldId id="271" r:id="rId27"/>
    <p:sldId id="261" r:id="rId28"/>
    <p:sldId id="281" r:id="rId29"/>
    <p:sldId id="282" r:id="rId30"/>
    <p:sldId id="286" r:id="rId3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E938FE-0C46-4124-A827-5E18B5BC9DA5}" v="68" dt="2026-01-19T16:03:42.4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3" autoAdjust="0"/>
    <p:restoredTop sz="94660"/>
  </p:normalViewPr>
  <p:slideViewPr>
    <p:cSldViewPr snapToGrid="0">
      <p:cViewPr varScale="1">
        <p:scale>
          <a:sx n="99" d="100"/>
          <a:sy n="99" d="100"/>
        </p:scale>
        <p:origin x="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nis Schatzmann (s)" userId="398622c4-6ccd-4e13-ad38-3a3555d02364" providerId="ADAL" clId="{07D0E8BA-1E91-4079-A49F-7475BF84ED35}"/>
    <pc:docChg chg="undo redo custSel addSld delSld modSld sldOrd">
      <pc:chgData name="Denis Schatzmann (s)" userId="398622c4-6ccd-4e13-ad38-3a3555d02364" providerId="ADAL" clId="{07D0E8BA-1E91-4079-A49F-7475BF84ED35}" dt="2026-01-19T16:19:41.352" v="2504" actId="20577"/>
      <pc:docMkLst>
        <pc:docMk/>
      </pc:docMkLst>
      <pc:sldChg chg="addSp delSp modSp mod">
        <pc:chgData name="Denis Schatzmann (s)" userId="398622c4-6ccd-4e13-ad38-3a3555d02364" providerId="ADAL" clId="{07D0E8BA-1E91-4079-A49F-7475BF84ED35}" dt="2026-01-19T16:19:41.352" v="2504" actId="20577"/>
        <pc:sldMkLst>
          <pc:docMk/>
          <pc:sldMk cId="1073129669" sldId="256"/>
        </pc:sldMkLst>
        <pc:spChg chg="mod">
          <ac:chgData name="Denis Schatzmann (s)" userId="398622c4-6ccd-4e13-ad38-3a3555d02364" providerId="ADAL" clId="{07D0E8BA-1E91-4079-A49F-7475BF84ED35}" dt="2026-01-19T16:19:41.352" v="2504" actId="20577"/>
          <ac:spMkLst>
            <pc:docMk/>
            <pc:sldMk cId="1073129669" sldId="256"/>
            <ac:spMk id="3" creationId="{9884C960-B6B1-8D0A-EB1E-D7C07F36416B}"/>
          </ac:spMkLst>
        </pc:spChg>
        <pc:spChg chg="del">
          <ac:chgData name="Denis Schatzmann (s)" userId="398622c4-6ccd-4e13-ad38-3a3555d02364" providerId="ADAL" clId="{07D0E8BA-1E91-4079-A49F-7475BF84ED35}" dt="2026-01-18T14:29:24.926" v="415" actId="22"/>
          <ac:spMkLst>
            <pc:docMk/>
            <pc:sldMk cId="1073129669" sldId="256"/>
            <ac:spMk id="6" creationId="{DAF02C02-B94F-E168-026F-B4654EB06CB9}"/>
          </ac:spMkLst>
        </pc:spChg>
        <pc:picChg chg="add mod ord">
          <ac:chgData name="Denis Schatzmann (s)" userId="398622c4-6ccd-4e13-ad38-3a3555d02364" providerId="ADAL" clId="{07D0E8BA-1E91-4079-A49F-7475BF84ED35}" dt="2026-01-18T14:29:24.926" v="415" actId="22"/>
          <ac:picMkLst>
            <pc:docMk/>
            <pc:sldMk cId="1073129669" sldId="256"/>
            <ac:picMk id="8" creationId="{48410948-3994-F32E-A4FE-DD77C03CFDB9}"/>
          </ac:picMkLst>
        </pc:picChg>
      </pc:sldChg>
      <pc:sldChg chg="addSp delSp modSp mod">
        <pc:chgData name="Denis Schatzmann (s)" userId="398622c4-6ccd-4e13-ad38-3a3555d02364" providerId="ADAL" clId="{07D0E8BA-1E91-4079-A49F-7475BF84ED35}" dt="2026-01-19T16:10:38.972" v="2446" actId="14100"/>
        <pc:sldMkLst>
          <pc:docMk/>
          <pc:sldMk cId="2312784286" sldId="262"/>
        </pc:sldMkLst>
        <pc:spChg chg="mod">
          <ac:chgData name="Denis Schatzmann (s)" userId="398622c4-6ccd-4e13-ad38-3a3555d02364" providerId="ADAL" clId="{07D0E8BA-1E91-4079-A49F-7475BF84ED35}" dt="2026-01-19T13:17:47.020" v="1347" actId="20577"/>
          <ac:spMkLst>
            <pc:docMk/>
            <pc:sldMk cId="2312784286" sldId="262"/>
            <ac:spMk id="2" creationId="{8F8783A8-8DA1-3B3D-CE96-890A77153E63}"/>
          </ac:spMkLst>
        </pc:spChg>
        <pc:spChg chg="add del mod">
          <ac:chgData name="Denis Schatzmann (s)" userId="398622c4-6ccd-4e13-ad38-3a3555d02364" providerId="ADAL" clId="{07D0E8BA-1E91-4079-A49F-7475BF84ED35}" dt="2026-01-18T09:54:23.501" v="326"/>
          <ac:spMkLst>
            <pc:docMk/>
            <pc:sldMk cId="2312784286" sldId="262"/>
            <ac:spMk id="4" creationId="{5DF35E56-7F59-D945-A309-0F6F9473BD0C}"/>
          </ac:spMkLst>
        </pc:spChg>
        <pc:picChg chg="del">
          <ac:chgData name="Denis Schatzmann (s)" userId="398622c4-6ccd-4e13-ad38-3a3555d02364" providerId="ADAL" clId="{07D0E8BA-1E91-4079-A49F-7475BF84ED35}" dt="2026-01-18T09:54:19.957" v="325" actId="478"/>
          <ac:picMkLst>
            <pc:docMk/>
            <pc:sldMk cId="2312784286" sldId="262"/>
            <ac:picMk id="5" creationId="{AF1D7067-B102-1B1F-CA50-DB38817A9A4A}"/>
          </ac:picMkLst>
        </pc:picChg>
        <pc:picChg chg="add mod">
          <ac:chgData name="Denis Schatzmann (s)" userId="398622c4-6ccd-4e13-ad38-3a3555d02364" providerId="ADAL" clId="{07D0E8BA-1E91-4079-A49F-7475BF84ED35}" dt="2026-01-19T16:10:38.972" v="2446" actId="14100"/>
          <ac:picMkLst>
            <pc:docMk/>
            <pc:sldMk cId="2312784286" sldId="262"/>
            <ac:picMk id="7" creationId="{BD242088-B96F-74AB-A24B-121F5BD768BC}"/>
          </ac:picMkLst>
        </pc:picChg>
      </pc:sldChg>
      <pc:sldChg chg="addSp modSp new mod">
        <pc:chgData name="Denis Schatzmann (s)" userId="398622c4-6ccd-4e13-ad38-3a3555d02364" providerId="ADAL" clId="{07D0E8BA-1E91-4079-A49F-7475BF84ED35}" dt="2026-01-19T06:42:21.919" v="653" actId="20577"/>
        <pc:sldMkLst>
          <pc:docMk/>
          <pc:sldMk cId="3316434170" sldId="263"/>
        </pc:sldMkLst>
        <pc:spChg chg="mod">
          <ac:chgData name="Denis Schatzmann (s)" userId="398622c4-6ccd-4e13-ad38-3a3555d02364" providerId="ADAL" clId="{07D0E8BA-1E91-4079-A49F-7475BF84ED35}" dt="2026-01-19T06:39:51.320" v="651" actId="20577"/>
          <ac:spMkLst>
            <pc:docMk/>
            <pc:sldMk cId="3316434170" sldId="263"/>
            <ac:spMk id="2" creationId="{A74BAB46-3B91-F564-2316-2CFDEC1B2315}"/>
          </ac:spMkLst>
        </pc:spChg>
        <pc:spChg chg="mod">
          <ac:chgData name="Denis Schatzmann (s)" userId="398622c4-6ccd-4e13-ad38-3a3555d02364" providerId="ADAL" clId="{07D0E8BA-1E91-4079-A49F-7475BF84ED35}" dt="2026-01-19T06:42:21.919" v="653" actId="20577"/>
          <ac:spMkLst>
            <pc:docMk/>
            <pc:sldMk cId="3316434170" sldId="263"/>
            <ac:spMk id="3" creationId="{4659EF50-B5A9-5D15-9F92-0EA49F432CDB}"/>
          </ac:spMkLst>
        </pc:spChg>
        <pc:spChg chg="add">
          <ac:chgData name="Denis Schatzmann (s)" userId="398622c4-6ccd-4e13-ad38-3a3555d02364" providerId="ADAL" clId="{07D0E8BA-1E91-4079-A49F-7475BF84ED35}" dt="2026-01-18T09:33:51.289" v="176"/>
          <ac:spMkLst>
            <pc:docMk/>
            <pc:sldMk cId="3316434170" sldId="263"/>
            <ac:spMk id="4" creationId="{5685CAF2-479E-1E78-6FF5-82D35EE11388}"/>
          </ac:spMkLst>
        </pc:spChg>
      </pc:sldChg>
      <pc:sldChg chg="addSp delSp modSp new mod">
        <pc:chgData name="Denis Schatzmann (s)" userId="398622c4-6ccd-4e13-ad38-3a3555d02364" providerId="ADAL" clId="{07D0E8BA-1E91-4079-A49F-7475BF84ED35}" dt="2026-01-19T16:07:26.301" v="2444" actId="20577"/>
        <pc:sldMkLst>
          <pc:docMk/>
          <pc:sldMk cId="1105898851" sldId="264"/>
        </pc:sldMkLst>
        <pc:spChg chg="mod">
          <ac:chgData name="Denis Schatzmann (s)" userId="398622c4-6ccd-4e13-ad38-3a3555d02364" providerId="ADAL" clId="{07D0E8BA-1E91-4079-A49F-7475BF84ED35}" dt="2026-01-19T16:01:06.391" v="2233" actId="20577"/>
          <ac:spMkLst>
            <pc:docMk/>
            <pc:sldMk cId="1105898851" sldId="264"/>
            <ac:spMk id="2" creationId="{18FB785E-A44A-0973-A0E9-1F43A17BEF09}"/>
          </ac:spMkLst>
        </pc:spChg>
        <pc:spChg chg="add mod">
          <ac:chgData name="Denis Schatzmann (s)" userId="398622c4-6ccd-4e13-ad38-3a3555d02364" providerId="ADAL" clId="{07D0E8BA-1E91-4079-A49F-7475BF84ED35}" dt="2026-01-19T16:07:26.301" v="2444" actId="20577"/>
          <ac:spMkLst>
            <pc:docMk/>
            <pc:sldMk cId="1105898851" sldId="264"/>
            <ac:spMk id="3" creationId="{1F557C4F-2B74-6D1F-ADF6-A8383CC9E20C}"/>
          </ac:spMkLst>
        </pc:spChg>
        <pc:spChg chg="del">
          <ac:chgData name="Denis Schatzmann (s)" userId="398622c4-6ccd-4e13-ad38-3a3555d02364" providerId="ADAL" clId="{07D0E8BA-1E91-4079-A49F-7475BF84ED35}" dt="2026-01-18T09:55:56.826" v="335"/>
          <ac:spMkLst>
            <pc:docMk/>
            <pc:sldMk cId="1105898851" sldId="264"/>
            <ac:spMk id="3" creationId="{F5F2DB05-0728-E46F-FFFD-E61296531066}"/>
          </ac:spMkLst>
        </pc:spChg>
        <pc:picChg chg="add mod">
          <ac:chgData name="Denis Schatzmann (s)" userId="398622c4-6ccd-4e13-ad38-3a3555d02364" providerId="ADAL" clId="{07D0E8BA-1E91-4079-A49F-7475BF84ED35}" dt="2026-01-19T16:03:34.874" v="2343" actId="1076"/>
          <ac:picMkLst>
            <pc:docMk/>
            <pc:sldMk cId="1105898851" sldId="264"/>
            <ac:picMk id="5" creationId="{95C64B23-B8A3-BB01-FC4B-9AE81E613CC6}"/>
          </ac:picMkLst>
        </pc:picChg>
      </pc:sldChg>
      <pc:sldChg chg="addSp delSp modSp new mod">
        <pc:chgData name="Denis Schatzmann (s)" userId="398622c4-6ccd-4e13-ad38-3a3555d02364" providerId="ADAL" clId="{07D0E8BA-1E91-4079-A49F-7475BF84ED35}" dt="2026-01-19T16:10:43.966" v="2447" actId="14100"/>
        <pc:sldMkLst>
          <pc:docMk/>
          <pc:sldMk cId="1721549017" sldId="265"/>
        </pc:sldMkLst>
        <pc:spChg chg="mod">
          <ac:chgData name="Denis Schatzmann (s)" userId="398622c4-6ccd-4e13-ad38-3a3555d02364" providerId="ADAL" clId="{07D0E8BA-1E91-4079-A49F-7475BF84ED35}" dt="2026-01-19T07:14:05.201" v="733" actId="20577"/>
          <ac:spMkLst>
            <pc:docMk/>
            <pc:sldMk cId="1721549017" sldId="265"/>
            <ac:spMk id="2" creationId="{5F8F96F6-0D03-12AB-A7C1-E3C62BBFE450}"/>
          </ac:spMkLst>
        </pc:spChg>
        <pc:spChg chg="del">
          <ac:chgData name="Denis Schatzmann (s)" userId="398622c4-6ccd-4e13-ad38-3a3555d02364" providerId="ADAL" clId="{07D0E8BA-1E91-4079-A49F-7475BF84ED35}" dt="2026-01-18T09:54:46.559" v="328"/>
          <ac:spMkLst>
            <pc:docMk/>
            <pc:sldMk cId="1721549017" sldId="265"/>
            <ac:spMk id="3" creationId="{84172626-F87A-7AC8-68E3-A7166C222D19}"/>
          </ac:spMkLst>
        </pc:spChg>
        <pc:picChg chg="add mod">
          <ac:chgData name="Denis Schatzmann (s)" userId="398622c4-6ccd-4e13-ad38-3a3555d02364" providerId="ADAL" clId="{07D0E8BA-1E91-4079-A49F-7475BF84ED35}" dt="2026-01-19T16:10:43.966" v="2447" actId="14100"/>
          <ac:picMkLst>
            <pc:docMk/>
            <pc:sldMk cId="1721549017" sldId="265"/>
            <ac:picMk id="5" creationId="{091F1070-A589-A6A4-BB9C-76A77ACB77CD}"/>
          </ac:picMkLst>
        </pc:picChg>
      </pc:sldChg>
      <pc:sldChg chg="addSp delSp modSp new mod">
        <pc:chgData name="Denis Schatzmann (s)" userId="398622c4-6ccd-4e13-ad38-3a3555d02364" providerId="ADAL" clId="{07D0E8BA-1E91-4079-A49F-7475BF84ED35}" dt="2026-01-19T07:16:20.895" v="747" actId="14100"/>
        <pc:sldMkLst>
          <pc:docMk/>
          <pc:sldMk cId="1524646740" sldId="266"/>
        </pc:sldMkLst>
        <pc:spChg chg="mod">
          <ac:chgData name="Denis Schatzmann (s)" userId="398622c4-6ccd-4e13-ad38-3a3555d02364" providerId="ADAL" clId="{07D0E8BA-1E91-4079-A49F-7475BF84ED35}" dt="2026-01-19T07:16:08.502" v="745" actId="20577"/>
          <ac:spMkLst>
            <pc:docMk/>
            <pc:sldMk cId="1524646740" sldId="266"/>
            <ac:spMk id="2" creationId="{E1EA4DF7-5A80-1349-7673-CBF692479FBA}"/>
          </ac:spMkLst>
        </pc:spChg>
        <pc:spChg chg="del">
          <ac:chgData name="Denis Schatzmann (s)" userId="398622c4-6ccd-4e13-ad38-3a3555d02364" providerId="ADAL" clId="{07D0E8BA-1E91-4079-A49F-7475BF84ED35}" dt="2026-01-18T09:54:59.578" v="330"/>
          <ac:spMkLst>
            <pc:docMk/>
            <pc:sldMk cId="1524646740" sldId="266"/>
            <ac:spMk id="3" creationId="{9DA1144A-A48A-0922-FCA4-CCEE69423176}"/>
          </ac:spMkLst>
        </pc:spChg>
        <pc:spChg chg="add del mod">
          <ac:chgData name="Denis Schatzmann (s)" userId="398622c4-6ccd-4e13-ad38-3a3555d02364" providerId="ADAL" clId="{07D0E8BA-1E91-4079-A49F-7475BF84ED35}" dt="2026-01-19T07:14:59.234" v="735"/>
          <ac:spMkLst>
            <pc:docMk/>
            <pc:sldMk cId="1524646740" sldId="266"/>
            <ac:spMk id="4" creationId="{13B95DE1-CB10-BEA4-E5C4-DABBCA94ECB0}"/>
          </ac:spMkLst>
        </pc:spChg>
        <pc:spChg chg="add del mod">
          <ac:chgData name="Denis Schatzmann (s)" userId="398622c4-6ccd-4e13-ad38-3a3555d02364" providerId="ADAL" clId="{07D0E8BA-1E91-4079-A49F-7475BF84ED35}" dt="2026-01-18T09:55:07.218" v="332"/>
          <ac:spMkLst>
            <pc:docMk/>
            <pc:sldMk cId="1524646740" sldId="266"/>
            <ac:spMk id="7" creationId="{F8DBFE9C-00B8-8911-631E-CF9B02E84B60}"/>
          </ac:spMkLst>
        </pc:spChg>
        <pc:spChg chg="add del mod">
          <ac:chgData name="Denis Schatzmann (s)" userId="398622c4-6ccd-4e13-ad38-3a3555d02364" providerId="ADAL" clId="{07D0E8BA-1E91-4079-A49F-7475BF84ED35}" dt="2026-01-19T07:15:11.626" v="737"/>
          <ac:spMkLst>
            <pc:docMk/>
            <pc:sldMk cId="1524646740" sldId="266"/>
            <ac:spMk id="8" creationId="{66D33DAD-9E39-B07B-EB02-65E7E2E3A796}"/>
          </ac:spMkLst>
        </pc:spChg>
        <pc:spChg chg="add del mod">
          <ac:chgData name="Denis Schatzmann (s)" userId="398622c4-6ccd-4e13-ad38-3a3555d02364" providerId="ADAL" clId="{07D0E8BA-1E91-4079-A49F-7475BF84ED35}" dt="2026-01-18T09:55:18.318" v="334"/>
          <ac:spMkLst>
            <pc:docMk/>
            <pc:sldMk cId="1524646740" sldId="266"/>
            <ac:spMk id="11" creationId="{EC86E3C2-1CEA-DAA5-1635-A91AEDD2180F}"/>
          </ac:spMkLst>
        </pc:spChg>
        <pc:spChg chg="add del mod">
          <ac:chgData name="Denis Schatzmann (s)" userId="398622c4-6ccd-4e13-ad38-3a3555d02364" providerId="ADAL" clId="{07D0E8BA-1E91-4079-A49F-7475BF84ED35}" dt="2026-01-19T07:15:15.257" v="739"/>
          <ac:spMkLst>
            <pc:docMk/>
            <pc:sldMk cId="1524646740" sldId="266"/>
            <ac:spMk id="12" creationId="{BE9C9BCC-F9BD-F1B5-C739-016C76E2AEA3}"/>
          </ac:spMkLst>
        </pc:spChg>
        <pc:picChg chg="add del mod">
          <ac:chgData name="Denis Schatzmann (s)" userId="398622c4-6ccd-4e13-ad38-3a3555d02364" providerId="ADAL" clId="{07D0E8BA-1E91-4079-A49F-7475BF84ED35}" dt="2026-01-18T09:55:04.057" v="331" actId="478"/>
          <ac:picMkLst>
            <pc:docMk/>
            <pc:sldMk cId="1524646740" sldId="266"/>
            <ac:picMk id="5" creationId="{24E5A965-F4A6-683F-96B4-4CF51B1F1E27}"/>
          </ac:picMkLst>
        </pc:picChg>
        <pc:picChg chg="add del mod">
          <ac:chgData name="Denis Schatzmann (s)" userId="398622c4-6ccd-4e13-ad38-3a3555d02364" providerId="ADAL" clId="{07D0E8BA-1E91-4079-A49F-7475BF84ED35}" dt="2026-01-19T07:15:01.661" v="736" actId="478"/>
          <ac:picMkLst>
            <pc:docMk/>
            <pc:sldMk cId="1524646740" sldId="266"/>
            <ac:picMk id="6" creationId="{1AE03780-CDB1-7DC8-712B-8E5ABEB1E12B}"/>
          </ac:picMkLst>
        </pc:picChg>
        <pc:picChg chg="add del mod">
          <ac:chgData name="Denis Schatzmann (s)" userId="398622c4-6ccd-4e13-ad38-3a3555d02364" providerId="ADAL" clId="{07D0E8BA-1E91-4079-A49F-7475BF84ED35}" dt="2026-01-18T09:55:09.192" v="333" actId="478"/>
          <ac:picMkLst>
            <pc:docMk/>
            <pc:sldMk cId="1524646740" sldId="266"/>
            <ac:picMk id="9" creationId="{978DE3E8-A3F5-BE5E-3D2E-424EDE937CFC}"/>
          </ac:picMkLst>
        </pc:picChg>
        <pc:picChg chg="add del mod">
          <ac:chgData name="Denis Schatzmann (s)" userId="398622c4-6ccd-4e13-ad38-3a3555d02364" providerId="ADAL" clId="{07D0E8BA-1E91-4079-A49F-7475BF84ED35}" dt="2026-01-19T07:15:12.956" v="738" actId="478"/>
          <ac:picMkLst>
            <pc:docMk/>
            <pc:sldMk cId="1524646740" sldId="266"/>
            <ac:picMk id="10" creationId="{F7936C66-2014-DDEB-22FB-150C076F7009}"/>
          </ac:picMkLst>
        </pc:picChg>
        <pc:picChg chg="add del mod">
          <ac:chgData name="Denis Schatzmann (s)" userId="398622c4-6ccd-4e13-ad38-3a3555d02364" providerId="ADAL" clId="{07D0E8BA-1E91-4079-A49F-7475BF84ED35}" dt="2026-01-19T07:14:50.838" v="734" actId="478"/>
          <ac:picMkLst>
            <pc:docMk/>
            <pc:sldMk cId="1524646740" sldId="266"/>
            <ac:picMk id="13" creationId="{D657F299-DCF3-E7AA-F435-6B4A93C4B421}"/>
          </ac:picMkLst>
        </pc:picChg>
        <pc:picChg chg="add mod">
          <ac:chgData name="Denis Schatzmann (s)" userId="398622c4-6ccd-4e13-ad38-3a3555d02364" providerId="ADAL" clId="{07D0E8BA-1E91-4079-A49F-7475BF84ED35}" dt="2026-01-19T07:16:20.895" v="747" actId="14100"/>
          <ac:picMkLst>
            <pc:docMk/>
            <pc:sldMk cId="1524646740" sldId="266"/>
            <ac:picMk id="15" creationId="{1B148C34-96D7-B3C1-6C81-FD7BF6E14167}"/>
          </ac:picMkLst>
        </pc:picChg>
      </pc:sldChg>
      <pc:sldChg chg="addSp modSp new mod modNotesTx">
        <pc:chgData name="Denis Schatzmann (s)" userId="398622c4-6ccd-4e13-ad38-3a3555d02364" providerId="ADAL" clId="{07D0E8BA-1E91-4079-A49F-7475BF84ED35}" dt="2026-01-19T12:41:16.987" v="919" actId="20577"/>
        <pc:sldMkLst>
          <pc:docMk/>
          <pc:sldMk cId="1521029606" sldId="267"/>
        </pc:sldMkLst>
        <pc:spChg chg="mod">
          <ac:chgData name="Denis Schatzmann (s)" userId="398622c4-6ccd-4e13-ad38-3a3555d02364" providerId="ADAL" clId="{07D0E8BA-1E91-4079-A49F-7475BF84ED35}" dt="2026-01-19T12:33:52.357" v="884" actId="20577"/>
          <ac:spMkLst>
            <pc:docMk/>
            <pc:sldMk cId="1521029606" sldId="267"/>
            <ac:spMk id="2" creationId="{34A8B0AF-09FD-79AA-96E7-A6856E501450}"/>
          </ac:spMkLst>
        </pc:spChg>
        <pc:spChg chg="mod">
          <ac:chgData name="Denis Schatzmann (s)" userId="398622c4-6ccd-4e13-ad38-3a3555d02364" providerId="ADAL" clId="{07D0E8BA-1E91-4079-A49F-7475BF84ED35}" dt="2026-01-19T12:30:44.531" v="763" actId="14100"/>
          <ac:spMkLst>
            <pc:docMk/>
            <pc:sldMk cId="1521029606" sldId="267"/>
            <ac:spMk id="3" creationId="{C89DF7E4-27DC-D8C2-F808-F96410217917}"/>
          </ac:spMkLst>
        </pc:spChg>
        <pc:spChg chg="add mod">
          <ac:chgData name="Denis Schatzmann (s)" userId="398622c4-6ccd-4e13-ad38-3a3555d02364" providerId="ADAL" clId="{07D0E8BA-1E91-4079-A49F-7475BF84ED35}" dt="2026-01-19T12:31:12.784" v="768" actId="20577"/>
          <ac:spMkLst>
            <pc:docMk/>
            <pc:sldMk cId="1521029606" sldId="267"/>
            <ac:spMk id="4" creationId="{1B564846-B473-F1FB-A397-2AFD2205314D}"/>
          </ac:spMkLst>
        </pc:spChg>
        <pc:spChg chg="add">
          <ac:chgData name="Denis Schatzmann (s)" userId="398622c4-6ccd-4e13-ad38-3a3555d02364" providerId="ADAL" clId="{07D0E8BA-1E91-4079-A49F-7475BF84ED35}" dt="2026-01-19T12:31:05.201" v="766"/>
          <ac:spMkLst>
            <pc:docMk/>
            <pc:sldMk cId="1521029606" sldId="267"/>
            <ac:spMk id="5" creationId="{5636549D-4A76-DA57-B50B-87C0F8009E71}"/>
          </ac:spMkLst>
        </pc:spChg>
        <pc:spChg chg="add">
          <ac:chgData name="Denis Schatzmann (s)" userId="398622c4-6ccd-4e13-ad38-3a3555d02364" providerId="ADAL" clId="{07D0E8BA-1E91-4079-A49F-7475BF84ED35}" dt="2026-01-19T12:31:10.143" v="767"/>
          <ac:spMkLst>
            <pc:docMk/>
            <pc:sldMk cId="1521029606" sldId="267"/>
            <ac:spMk id="6" creationId="{4DAA47EE-84CD-EA63-D72C-1816248CFBDD}"/>
          </ac:spMkLst>
        </pc:spChg>
        <pc:spChg chg="add mod">
          <ac:chgData name="Denis Schatzmann (s)" userId="398622c4-6ccd-4e13-ad38-3a3555d02364" providerId="ADAL" clId="{07D0E8BA-1E91-4079-A49F-7475BF84ED35}" dt="2026-01-19T12:41:16.987" v="919" actId="20577"/>
          <ac:spMkLst>
            <pc:docMk/>
            <pc:sldMk cId="1521029606" sldId="267"/>
            <ac:spMk id="7" creationId="{3E38E991-FED3-314F-6BD1-AE33AB477D6D}"/>
          </ac:spMkLst>
        </pc:spChg>
      </pc:sldChg>
      <pc:sldChg chg="modSp new mod">
        <pc:chgData name="Denis Schatzmann (s)" userId="398622c4-6ccd-4e13-ad38-3a3555d02364" providerId="ADAL" clId="{07D0E8BA-1E91-4079-A49F-7475BF84ED35}" dt="2026-01-19T16:11:38.873" v="2450" actId="403"/>
        <pc:sldMkLst>
          <pc:docMk/>
          <pc:sldMk cId="1060647424" sldId="268"/>
        </pc:sldMkLst>
        <pc:spChg chg="mod">
          <ac:chgData name="Denis Schatzmann (s)" userId="398622c4-6ccd-4e13-ad38-3a3555d02364" providerId="ADAL" clId="{07D0E8BA-1E91-4079-A49F-7475BF84ED35}" dt="2026-01-18T10:37:38.264" v="365" actId="20577"/>
          <ac:spMkLst>
            <pc:docMk/>
            <pc:sldMk cId="1060647424" sldId="268"/>
            <ac:spMk id="2" creationId="{A7A6577E-3C8F-B8A2-CED8-4CB5534B156A}"/>
          </ac:spMkLst>
        </pc:spChg>
        <pc:spChg chg="mod">
          <ac:chgData name="Denis Schatzmann (s)" userId="398622c4-6ccd-4e13-ad38-3a3555d02364" providerId="ADAL" clId="{07D0E8BA-1E91-4079-A49F-7475BF84ED35}" dt="2026-01-19T16:11:38.873" v="2450" actId="403"/>
          <ac:spMkLst>
            <pc:docMk/>
            <pc:sldMk cId="1060647424" sldId="268"/>
            <ac:spMk id="3" creationId="{D755D9EA-D895-A03D-52E0-4669731AFEE6}"/>
          </ac:spMkLst>
        </pc:spChg>
      </pc:sldChg>
      <pc:sldChg chg="addSp delSp modSp new mod">
        <pc:chgData name="Denis Schatzmann (s)" userId="398622c4-6ccd-4e13-ad38-3a3555d02364" providerId="ADAL" clId="{07D0E8BA-1E91-4079-A49F-7475BF84ED35}" dt="2026-01-19T14:21:08.687" v="1740" actId="108"/>
        <pc:sldMkLst>
          <pc:docMk/>
          <pc:sldMk cId="1978241339" sldId="269"/>
        </pc:sldMkLst>
        <pc:spChg chg="mod">
          <ac:chgData name="Denis Schatzmann (s)" userId="398622c4-6ccd-4e13-ad38-3a3555d02364" providerId="ADAL" clId="{07D0E8BA-1E91-4079-A49F-7475BF84ED35}" dt="2026-01-19T14:21:08.687" v="1740" actId="108"/>
          <ac:spMkLst>
            <pc:docMk/>
            <pc:sldMk cId="1978241339" sldId="269"/>
            <ac:spMk id="2" creationId="{F80AB7BD-B58B-6EE0-62E2-FF6964506870}"/>
          </ac:spMkLst>
        </pc:spChg>
        <pc:spChg chg="del">
          <ac:chgData name="Denis Schatzmann (s)" userId="398622c4-6ccd-4e13-ad38-3a3555d02364" providerId="ADAL" clId="{07D0E8BA-1E91-4079-A49F-7475BF84ED35}" dt="2026-01-18T14:43:09.793" v="417"/>
          <ac:spMkLst>
            <pc:docMk/>
            <pc:sldMk cId="1978241339" sldId="269"/>
            <ac:spMk id="3" creationId="{AD9BDC99-0FBE-0D0C-9AC6-7416B5F76CBE}"/>
          </ac:spMkLst>
        </pc:spChg>
        <pc:spChg chg="add del mod">
          <ac:chgData name="Denis Schatzmann (s)" userId="398622c4-6ccd-4e13-ad38-3a3555d02364" providerId="ADAL" clId="{07D0E8BA-1E91-4079-A49F-7475BF84ED35}" dt="2026-01-18T15:12:08.094" v="439" actId="478"/>
          <ac:spMkLst>
            <pc:docMk/>
            <pc:sldMk cId="1978241339" sldId="269"/>
            <ac:spMk id="6" creationId="{584721BC-2482-51E5-E536-C18865EBC362}"/>
          </ac:spMkLst>
        </pc:spChg>
        <pc:graphicFrameChg chg="add mod modGraphic">
          <ac:chgData name="Denis Schatzmann (s)" userId="398622c4-6ccd-4e13-ad38-3a3555d02364" providerId="ADAL" clId="{07D0E8BA-1E91-4079-A49F-7475BF84ED35}" dt="2026-01-18T15:13:53.130" v="525" actId="113"/>
          <ac:graphicFrameMkLst>
            <pc:docMk/>
            <pc:sldMk cId="1978241339" sldId="269"/>
            <ac:graphicFrameMk id="7" creationId="{AB4715FC-D6AE-4107-EAB1-E08353083DEA}"/>
          </ac:graphicFrameMkLst>
        </pc:graphicFrameChg>
        <pc:picChg chg="add mod">
          <ac:chgData name="Denis Schatzmann (s)" userId="398622c4-6ccd-4e13-ad38-3a3555d02364" providerId="ADAL" clId="{07D0E8BA-1E91-4079-A49F-7475BF84ED35}" dt="2026-01-18T15:24:44.580" v="593" actId="1035"/>
          <ac:picMkLst>
            <pc:docMk/>
            <pc:sldMk cId="1978241339" sldId="269"/>
            <ac:picMk id="5" creationId="{7E02C957-9FFD-819C-F18C-C5DC5C165E0E}"/>
          </ac:picMkLst>
        </pc:picChg>
      </pc:sldChg>
      <pc:sldChg chg="addSp delSp modSp new mod">
        <pc:chgData name="Denis Schatzmann (s)" userId="398622c4-6ccd-4e13-ad38-3a3555d02364" providerId="ADAL" clId="{07D0E8BA-1E91-4079-A49F-7475BF84ED35}" dt="2026-01-19T14:21:17.703" v="1742"/>
        <pc:sldMkLst>
          <pc:docMk/>
          <pc:sldMk cId="4063297150" sldId="270"/>
        </pc:sldMkLst>
        <pc:spChg chg="del mod">
          <ac:chgData name="Denis Schatzmann (s)" userId="398622c4-6ccd-4e13-ad38-3a3555d02364" providerId="ADAL" clId="{07D0E8BA-1E91-4079-A49F-7475BF84ED35}" dt="2026-01-18T15:17:02.069" v="549"/>
          <ac:spMkLst>
            <pc:docMk/>
            <pc:sldMk cId="4063297150" sldId="270"/>
            <ac:spMk id="2" creationId="{259E40F1-E8DE-E023-371F-2A234FA730C3}"/>
          </ac:spMkLst>
        </pc:spChg>
        <pc:spChg chg="del">
          <ac:chgData name="Denis Schatzmann (s)" userId="398622c4-6ccd-4e13-ad38-3a3555d02364" providerId="ADAL" clId="{07D0E8BA-1E91-4079-A49F-7475BF84ED35}" dt="2026-01-18T14:49:53.485" v="420"/>
          <ac:spMkLst>
            <pc:docMk/>
            <pc:sldMk cId="4063297150" sldId="270"/>
            <ac:spMk id="3" creationId="{25404DE8-3D98-FF4B-A8B9-3042008A0BE6}"/>
          </ac:spMkLst>
        </pc:spChg>
        <pc:spChg chg="add mod">
          <ac:chgData name="Denis Schatzmann (s)" userId="398622c4-6ccd-4e13-ad38-3a3555d02364" providerId="ADAL" clId="{07D0E8BA-1E91-4079-A49F-7475BF84ED35}" dt="2026-01-19T14:21:17.703" v="1742"/>
          <ac:spMkLst>
            <pc:docMk/>
            <pc:sldMk cId="4063297150" sldId="270"/>
            <ac:spMk id="7" creationId="{B535045E-F4BD-79B7-5B38-F62901AC806C}"/>
          </ac:spMkLst>
        </pc:spChg>
        <pc:graphicFrameChg chg="add mod modGraphic">
          <ac:chgData name="Denis Schatzmann (s)" userId="398622c4-6ccd-4e13-ad38-3a3555d02364" providerId="ADAL" clId="{07D0E8BA-1E91-4079-A49F-7475BF84ED35}" dt="2026-01-18T15:17:53.762" v="579" actId="113"/>
          <ac:graphicFrameMkLst>
            <pc:docMk/>
            <pc:sldMk cId="4063297150" sldId="270"/>
            <ac:graphicFrameMk id="6" creationId="{FDB7CC80-1940-35DB-06A3-1BC830AD27D7}"/>
          </ac:graphicFrameMkLst>
        </pc:graphicFrameChg>
        <pc:picChg chg="add mod">
          <ac:chgData name="Denis Schatzmann (s)" userId="398622c4-6ccd-4e13-ad38-3a3555d02364" providerId="ADAL" clId="{07D0E8BA-1E91-4079-A49F-7475BF84ED35}" dt="2026-01-18T15:16:37.381" v="544" actId="14100"/>
          <ac:picMkLst>
            <pc:docMk/>
            <pc:sldMk cId="4063297150" sldId="270"/>
            <ac:picMk id="5" creationId="{11A4D6AC-BBA6-49DB-104B-BBE8F217FC9E}"/>
          </ac:picMkLst>
        </pc:picChg>
      </pc:sldChg>
      <pc:sldChg chg="addSp delSp modSp new mod">
        <pc:chgData name="Denis Schatzmann (s)" userId="398622c4-6ccd-4e13-ad38-3a3555d02364" providerId="ADAL" clId="{07D0E8BA-1E91-4079-A49F-7475BF84ED35}" dt="2026-01-19T14:21:21.574" v="1744"/>
        <pc:sldMkLst>
          <pc:docMk/>
          <pc:sldMk cId="1754703468" sldId="271"/>
        </pc:sldMkLst>
        <pc:spChg chg="del mod">
          <ac:chgData name="Denis Schatzmann (s)" userId="398622c4-6ccd-4e13-ad38-3a3555d02364" providerId="ADAL" clId="{07D0E8BA-1E91-4079-A49F-7475BF84ED35}" dt="2026-01-18T15:28:00.084" v="640" actId="478"/>
          <ac:spMkLst>
            <pc:docMk/>
            <pc:sldMk cId="1754703468" sldId="271"/>
            <ac:spMk id="2" creationId="{9B52B739-605B-1302-E9EB-D047CBCB7E8A}"/>
          </ac:spMkLst>
        </pc:spChg>
        <pc:spChg chg="del">
          <ac:chgData name="Denis Schatzmann (s)" userId="398622c4-6ccd-4e13-ad38-3a3555d02364" providerId="ADAL" clId="{07D0E8BA-1E91-4079-A49F-7475BF84ED35}" dt="2026-01-18T14:50:17.504" v="422"/>
          <ac:spMkLst>
            <pc:docMk/>
            <pc:sldMk cId="1754703468" sldId="271"/>
            <ac:spMk id="3" creationId="{75F00E19-0AD8-E3C8-A5F9-BB45BF874CA2}"/>
          </ac:spMkLst>
        </pc:spChg>
        <pc:spChg chg="add del mod">
          <ac:chgData name="Denis Schatzmann (s)" userId="398622c4-6ccd-4e13-ad38-3a3555d02364" providerId="ADAL" clId="{07D0E8BA-1E91-4079-A49F-7475BF84ED35}" dt="2026-01-18T15:27:48.517" v="637" actId="478"/>
          <ac:spMkLst>
            <pc:docMk/>
            <pc:sldMk cId="1754703468" sldId="271"/>
            <ac:spMk id="8" creationId="{5A29D99A-15DC-A6C9-EC49-4C130F718B37}"/>
          </ac:spMkLst>
        </pc:spChg>
        <pc:spChg chg="add del mod">
          <ac:chgData name="Denis Schatzmann (s)" userId="398622c4-6ccd-4e13-ad38-3a3555d02364" providerId="ADAL" clId="{07D0E8BA-1E91-4079-A49F-7475BF84ED35}" dt="2026-01-18T15:27:41.634" v="636" actId="478"/>
          <ac:spMkLst>
            <pc:docMk/>
            <pc:sldMk cId="1754703468" sldId="271"/>
            <ac:spMk id="9" creationId="{FA405C54-7364-D0F0-B0C4-B2AF3EE5B8F2}"/>
          </ac:spMkLst>
        </pc:spChg>
        <pc:spChg chg="add mod">
          <ac:chgData name="Denis Schatzmann (s)" userId="398622c4-6ccd-4e13-ad38-3a3555d02364" providerId="ADAL" clId="{07D0E8BA-1E91-4079-A49F-7475BF84ED35}" dt="2026-01-18T15:27:58.691" v="639"/>
          <ac:spMkLst>
            <pc:docMk/>
            <pc:sldMk cId="1754703468" sldId="271"/>
            <ac:spMk id="10" creationId="{45B8B73A-28B7-89E3-72CA-44A2C306EE83}"/>
          </ac:spMkLst>
        </pc:spChg>
        <pc:spChg chg="add del mod">
          <ac:chgData name="Denis Schatzmann (s)" userId="398622c4-6ccd-4e13-ad38-3a3555d02364" providerId="ADAL" clId="{07D0E8BA-1E91-4079-A49F-7475BF84ED35}" dt="2026-01-18T15:32:23.614" v="642" actId="478"/>
          <ac:spMkLst>
            <pc:docMk/>
            <pc:sldMk cId="1754703468" sldId="271"/>
            <ac:spMk id="12" creationId="{DA63A003-C5BB-E747-4111-0ED6FB0A7A60}"/>
          </ac:spMkLst>
        </pc:spChg>
        <pc:spChg chg="add mod">
          <ac:chgData name="Denis Schatzmann (s)" userId="398622c4-6ccd-4e13-ad38-3a3555d02364" providerId="ADAL" clId="{07D0E8BA-1E91-4079-A49F-7475BF84ED35}" dt="2026-01-19T14:21:21.574" v="1744"/>
          <ac:spMkLst>
            <pc:docMk/>
            <pc:sldMk cId="1754703468" sldId="271"/>
            <ac:spMk id="13" creationId="{97C0ECFE-99AC-5BC5-0A19-1CC27B8FA086}"/>
          </ac:spMkLst>
        </pc:spChg>
        <pc:graphicFrameChg chg="add mod modGraphic">
          <ac:chgData name="Denis Schatzmann (s)" userId="398622c4-6ccd-4e13-ad38-3a3555d02364" providerId="ADAL" clId="{07D0E8BA-1E91-4079-A49F-7475BF84ED35}" dt="2026-01-18T15:26:56.475" v="634" actId="20577"/>
          <ac:graphicFrameMkLst>
            <pc:docMk/>
            <pc:sldMk cId="1754703468" sldId="271"/>
            <ac:graphicFrameMk id="6" creationId="{8D1F4E52-50F9-3E63-B453-E109F4488F70}"/>
          </ac:graphicFrameMkLst>
        </pc:graphicFrameChg>
        <pc:graphicFrameChg chg="add del mod">
          <ac:chgData name="Denis Schatzmann (s)" userId="398622c4-6ccd-4e13-ad38-3a3555d02364" providerId="ADAL" clId="{07D0E8BA-1E91-4079-A49F-7475BF84ED35}" dt="2026-01-18T15:27:39.797" v="635" actId="478"/>
          <ac:graphicFrameMkLst>
            <pc:docMk/>
            <pc:sldMk cId="1754703468" sldId="271"/>
            <ac:graphicFrameMk id="7" creationId="{3D1B548A-B5D7-3EF0-7EA6-C79A7ED8EC76}"/>
          </ac:graphicFrameMkLst>
        </pc:graphicFrameChg>
        <pc:picChg chg="add mod">
          <ac:chgData name="Denis Schatzmann (s)" userId="398622c4-6ccd-4e13-ad38-3a3555d02364" providerId="ADAL" clId="{07D0E8BA-1E91-4079-A49F-7475BF84ED35}" dt="2026-01-18T15:24:31.428" v="592" actId="1035"/>
          <ac:picMkLst>
            <pc:docMk/>
            <pc:sldMk cId="1754703468" sldId="271"/>
            <ac:picMk id="5" creationId="{9E169C94-D294-3E76-72B0-D4BFCF7D0C8C}"/>
          </ac:picMkLst>
        </pc:picChg>
      </pc:sldChg>
      <pc:sldChg chg="modSp new del mod">
        <pc:chgData name="Denis Schatzmann (s)" userId="398622c4-6ccd-4e13-ad38-3a3555d02364" providerId="ADAL" clId="{07D0E8BA-1E91-4079-A49F-7475BF84ED35}" dt="2026-01-19T14:29:53.473" v="1775" actId="2696"/>
        <pc:sldMkLst>
          <pc:docMk/>
          <pc:sldMk cId="259547825" sldId="272"/>
        </pc:sldMkLst>
        <pc:spChg chg="mod">
          <ac:chgData name="Denis Schatzmann (s)" userId="398622c4-6ccd-4e13-ad38-3a3555d02364" providerId="ADAL" clId="{07D0E8BA-1E91-4079-A49F-7475BF84ED35}" dt="2026-01-19T14:29:22.268" v="1768" actId="20577"/>
          <ac:spMkLst>
            <pc:docMk/>
            <pc:sldMk cId="259547825" sldId="272"/>
            <ac:spMk id="2" creationId="{D0A9338E-5E81-A02E-7F1C-70B37CC55A30}"/>
          </ac:spMkLst>
        </pc:spChg>
        <pc:spChg chg="mod">
          <ac:chgData name="Denis Schatzmann (s)" userId="398622c4-6ccd-4e13-ad38-3a3555d02364" providerId="ADAL" clId="{07D0E8BA-1E91-4079-A49F-7475BF84ED35}" dt="2026-01-19T14:29:42.811" v="1774" actId="20577"/>
          <ac:spMkLst>
            <pc:docMk/>
            <pc:sldMk cId="259547825" sldId="272"/>
            <ac:spMk id="3" creationId="{4734DDF2-D4FB-3FD6-7637-DB4A48A0D296}"/>
          </ac:spMkLst>
        </pc:spChg>
      </pc:sldChg>
      <pc:sldChg chg="new del ord">
        <pc:chgData name="Denis Schatzmann (s)" userId="398622c4-6ccd-4e13-ad38-3a3555d02364" providerId="ADAL" clId="{07D0E8BA-1E91-4079-A49F-7475BF84ED35}" dt="2026-01-18T15:07:45.501" v="429" actId="2696"/>
        <pc:sldMkLst>
          <pc:docMk/>
          <pc:sldMk cId="1063024965" sldId="272"/>
        </pc:sldMkLst>
      </pc:sldChg>
      <pc:sldChg chg="modSp add mod">
        <pc:chgData name="Denis Schatzmann (s)" userId="398622c4-6ccd-4e13-ad38-3a3555d02364" providerId="ADAL" clId="{07D0E8BA-1E91-4079-A49F-7475BF84ED35}" dt="2026-01-19T14:40:54.663" v="1928"/>
        <pc:sldMkLst>
          <pc:docMk/>
          <pc:sldMk cId="243035642" sldId="273"/>
        </pc:sldMkLst>
        <pc:spChg chg="mod">
          <ac:chgData name="Denis Schatzmann (s)" userId="398622c4-6ccd-4e13-ad38-3a3555d02364" providerId="ADAL" clId="{07D0E8BA-1E91-4079-A49F-7475BF84ED35}" dt="2026-01-19T14:40:54.663" v="1928"/>
          <ac:spMkLst>
            <pc:docMk/>
            <pc:sldMk cId="243035642" sldId="273"/>
            <ac:spMk id="3" creationId="{B6887C1A-2F23-8436-8B20-59A44795F1B0}"/>
          </ac:spMkLst>
        </pc:spChg>
      </pc:sldChg>
      <pc:sldChg chg="addSp delSp modSp new mod">
        <pc:chgData name="Denis Schatzmann (s)" userId="398622c4-6ccd-4e13-ad38-3a3555d02364" providerId="ADAL" clId="{07D0E8BA-1E91-4079-A49F-7475BF84ED35}" dt="2026-01-19T16:10:32.145" v="2445" actId="12"/>
        <pc:sldMkLst>
          <pc:docMk/>
          <pc:sldMk cId="1099218234" sldId="274"/>
        </pc:sldMkLst>
        <pc:spChg chg="mod">
          <ac:chgData name="Denis Schatzmann (s)" userId="398622c4-6ccd-4e13-ad38-3a3555d02364" providerId="ADAL" clId="{07D0E8BA-1E91-4079-A49F-7475BF84ED35}" dt="2026-01-19T07:12:30.608" v="703" actId="20577"/>
          <ac:spMkLst>
            <pc:docMk/>
            <pc:sldMk cId="1099218234" sldId="274"/>
            <ac:spMk id="2" creationId="{8FECAA0C-F2F8-7A06-46E3-8305F426788F}"/>
          </ac:spMkLst>
        </pc:spChg>
        <pc:spChg chg="del">
          <ac:chgData name="Denis Schatzmann (s)" userId="398622c4-6ccd-4e13-ad38-3a3555d02364" providerId="ADAL" clId="{07D0E8BA-1E91-4079-A49F-7475BF84ED35}" dt="2026-01-19T07:11:49.905" v="688" actId="22"/>
          <ac:spMkLst>
            <pc:docMk/>
            <pc:sldMk cId="1099218234" sldId="274"/>
            <ac:spMk id="3" creationId="{B4DC765C-776B-5BF5-FC72-A87911BE2BDC}"/>
          </ac:spMkLst>
        </pc:spChg>
        <pc:spChg chg="add mod">
          <ac:chgData name="Denis Schatzmann (s)" userId="398622c4-6ccd-4e13-ad38-3a3555d02364" providerId="ADAL" clId="{07D0E8BA-1E91-4079-A49F-7475BF84ED35}" dt="2026-01-19T16:10:32.145" v="2445" actId="12"/>
          <ac:spMkLst>
            <pc:docMk/>
            <pc:sldMk cId="1099218234" sldId="274"/>
            <ac:spMk id="6" creationId="{5ADCEE7E-0DD6-C852-3E63-E503F9BE9575}"/>
          </ac:spMkLst>
        </pc:spChg>
        <pc:picChg chg="add mod ord">
          <ac:chgData name="Denis Schatzmann (s)" userId="398622c4-6ccd-4e13-ad38-3a3555d02364" providerId="ADAL" clId="{07D0E8BA-1E91-4079-A49F-7475BF84ED35}" dt="2026-01-19T13:08:20.191" v="1106" actId="1076"/>
          <ac:picMkLst>
            <pc:docMk/>
            <pc:sldMk cId="1099218234" sldId="274"/>
            <ac:picMk id="5" creationId="{A7F2B9CE-4508-C857-083D-2DA757A52711}"/>
          </ac:picMkLst>
        </pc:picChg>
      </pc:sldChg>
      <pc:sldChg chg="modSp new mod">
        <pc:chgData name="Denis Schatzmann (s)" userId="398622c4-6ccd-4e13-ad38-3a3555d02364" providerId="ADAL" clId="{07D0E8BA-1E91-4079-A49F-7475BF84ED35}" dt="2026-01-19T12:52:49.329" v="982" actId="5793"/>
        <pc:sldMkLst>
          <pc:docMk/>
          <pc:sldMk cId="2644111167" sldId="275"/>
        </pc:sldMkLst>
        <pc:spChg chg="mod">
          <ac:chgData name="Denis Schatzmann (s)" userId="398622c4-6ccd-4e13-ad38-3a3555d02364" providerId="ADAL" clId="{07D0E8BA-1E91-4079-A49F-7475BF84ED35}" dt="2026-01-19T12:48:22.849" v="931" actId="20577"/>
          <ac:spMkLst>
            <pc:docMk/>
            <pc:sldMk cId="2644111167" sldId="275"/>
            <ac:spMk id="2" creationId="{623C0DC4-6D27-83F5-E7BD-0D25EB576593}"/>
          </ac:spMkLst>
        </pc:spChg>
        <pc:spChg chg="mod">
          <ac:chgData name="Denis Schatzmann (s)" userId="398622c4-6ccd-4e13-ad38-3a3555d02364" providerId="ADAL" clId="{07D0E8BA-1E91-4079-A49F-7475BF84ED35}" dt="2026-01-19T12:52:49.329" v="982" actId="5793"/>
          <ac:spMkLst>
            <pc:docMk/>
            <pc:sldMk cId="2644111167" sldId="275"/>
            <ac:spMk id="3" creationId="{15BA7F98-648D-348B-1DD4-07414C0CB659}"/>
          </ac:spMkLst>
        </pc:spChg>
      </pc:sldChg>
      <pc:sldChg chg="addSp delSp modSp new mod">
        <pc:chgData name="Denis Schatzmann (s)" userId="398622c4-6ccd-4e13-ad38-3a3555d02364" providerId="ADAL" clId="{07D0E8BA-1E91-4079-A49F-7475BF84ED35}" dt="2026-01-19T13:00:16.136" v="1093" actId="20577"/>
        <pc:sldMkLst>
          <pc:docMk/>
          <pc:sldMk cId="2658526490" sldId="276"/>
        </pc:sldMkLst>
        <pc:spChg chg="mod">
          <ac:chgData name="Denis Schatzmann (s)" userId="398622c4-6ccd-4e13-ad38-3a3555d02364" providerId="ADAL" clId="{07D0E8BA-1E91-4079-A49F-7475BF84ED35}" dt="2026-01-19T12:57:44.844" v="1009" actId="20577"/>
          <ac:spMkLst>
            <pc:docMk/>
            <pc:sldMk cId="2658526490" sldId="276"/>
            <ac:spMk id="2" creationId="{BD41B440-3185-7CA0-F35E-FC68BED9EF76}"/>
          </ac:spMkLst>
        </pc:spChg>
        <pc:spChg chg="add del mod">
          <ac:chgData name="Denis Schatzmann (s)" userId="398622c4-6ccd-4e13-ad38-3a3555d02364" providerId="ADAL" clId="{07D0E8BA-1E91-4079-A49F-7475BF84ED35}" dt="2026-01-19T13:00:16.136" v="1093" actId="20577"/>
          <ac:spMkLst>
            <pc:docMk/>
            <pc:sldMk cId="2658526490" sldId="276"/>
            <ac:spMk id="3" creationId="{B1A02238-0403-FED6-0C24-CFE355AFD82B}"/>
          </ac:spMkLst>
        </pc:spChg>
        <pc:spChg chg="add mod">
          <ac:chgData name="Denis Schatzmann (s)" userId="398622c4-6ccd-4e13-ad38-3a3555d02364" providerId="ADAL" clId="{07D0E8BA-1E91-4079-A49F-7475BF84ED35}" dt="2026-01-19T12:57:40.155" v="1005"/>
          <ac:spMkLst>
            <pc:docMk/>
            <pc:sldMk cId="2658526490" sldId="276"/>
            <ac:spMk id="4" creationId="{F98B6BE6-2A4A-A842-4163-97AB735C1244}"/>
          </ac:spMkLst>
        </pc:spChg>
      </pc:sldChg>
      <pc:sldChg chg="addSp delSp modSp new add del mod">
        <pc:chgData name="Denis Schatzmann (s)" userId="398622c4-6ccd-4e13-ad38-3a3555d02364" providerId="ADAL" clId="{07D0E8BA-1E91-4079-A49F-7475BF84ED35}" dt="2026-01-19T13:20:42.661" v="1385" actId="20577"/>
        <pc:sldMkLst>
          <pc:docMk/>
          <pc:sldMk cId="2466193513" sldId="277"/>
        </pc:sldMkLst>
        <pc:spChg chg="mod">
          <ac:chgData name="Denis Schatzmann (s)" userId="398622c4-6ccd-4e13-ad38-3a3555d02364" providerId="ADAL" clId="{07D0E8BA-1E91-4079-A49F-7475BF84ED35}" dt="2026-01-19T13:20:42.661" v="1385" actId="20577"/>
          <ac:spMkLst>
            <pc:docMk/>
            <pc:sldMk cId="2466193513" sldId="277"/>
            <ac:spMk id="2" creationId="{FE0F3BC9-AC13-7338-00B4-6BBCECAAE6B9}"/>
          </ac:spMkLst>
        </pc:spChg>
        <pc:spChg chg="add del">
          <ac:chgData name="Denis Schatzmann (s)" userId="398622c4-6ccd-4e13-ad38-3a3555d02364" providerId="ADAL" clId="{07D0E8BA-1E91-4079-A49F-7475BF84ED35}" dt="2026-01-19T13:19:48.099" v="1361"/>
          <ac:spMkLst>
            <pc:docMk/>
            <pc:sldMk cId="2466193513" sldId="277"/>
            <ac:spMk id="3" creationId="{81113815-B5F2-D7FF-D068-8519E75BB041}"/>
          </ac:spMkLst>
        </pc:spChg>
        <pc:graphicFrameChg chg="add mod modGraphic">
          <ac:chgData name="Denis Schatzmann (s)" userId="398622c4-6ccd-4e13-ad38-3a3555d02364" providerId="ADAL" clId="{07D0E8BA-1E91-4079-A49F-7475BF84ED35}" dt="2026-01-19T13:20:06.028" v="1365" actId="1076"/>
          <ac:graphicFrameMkLst>
            <pc:docMk/>
            <pc:sldMk cId="2466193513" sldId="277"/>
            <ac:graphicFrameMk id="4" creationId="{3F39D0DF-FB1F-2829-08E9-13D14A6E6688}"/>
          </ac:graphicFrameMkLst>
        </pc:graphicFrameChg>
      </pc:sldChg>
      <pc:sldChg chg="modSp new del mod">
        <pc:chgData name="Denis Schatzmann (s)" userId="398622c4-6ccd-4e13-ad38-3a3555d02364" providerId="ADAL" clId="{07D0E8BA-1E91-4079-A49F-7475BF84ED35}" dt="2026-01-19T13:17:20.477" v="1340" actId="2696"/>
        <pc:sldMkLst>
          <pc:docMk/>
          <pc:sldMk cId="3850311220" sldId="277"/>
        </pc:sldMkLst>
        <pc:spChg chg="mod">
          <ac:chgData name="Denis Schatzmann (s)" userId="398622c4-6ccd-4e13-ad38-3a3555d02364" providerId="ADAL" clId="{07D0E8BA-1E91-4079-A49F-7475BF84ED35}" dt="2026-01-19T13:00:39.357" v="1104" actId="20577"/>
          <ac:spMkLst>
            <pc:docMk/>
            <pc:sldMk cId="3850311220" sldId="277"/>
            <ac:spMk id="2" creationId="{1CBB2BC2-DE40-5796-372E-2DC81C7B9627}"/>
          </ac:spMkLst>
        </pc:spChg>
      </pc:sldChg>
      <pc:sldChg chg="modSp new mod">
        <pc:chgData name="Denis Schatzmann (s)" userId="398622c4-6ccd-4e13-ad38-3a3555d02364" providerId="ADAL" clId="{07D0E8BA-1E91-4079-A49F-7475BF84ED35}" dt="2026-01-19T16:13:45.205" v="2451" actId="20577"/>
        <pc:sldMkLst>
          <pc:docMk/>
          <pc:sldMk cId="2765958023" sldId="278"/>
        </pc:sldMkLst>
        <pc:spChg chg="mod">
          <ac:chgData name="Denis Schatzmann (s)" userId="398622c4-6ccd-4e13-ad38-3a3555d02364" providerId="ADAL" clId="{07D0E8BA-1E91-4079-A49F-7475BF84ED35}" dt="2026-01-19T14:14:42.899" v="1476" actId="20577"/>
          <ac:spMkLst>
            <pc:docMk/>
            <pc:sldMk cId="2765958023" sldId="278"/>
            <ac:spMk id="2" creationId="{E3861016-06AB-3A02-9C04-872BF64CB5F5}"/>
          </ac:spMkLst>
        </pc:spChg>
        <pc:spChg chg="mod">
          <ac:chgData name="Denis Schatzmann (s)" userId="398622c4-6ccd-4e13-ad38-3a3555d02364" providerId="ADAL" clId="{07D0E8BA-1E91-4079-A49F-7475BF84ED35}" dt="2026-01-19T16:13:45.205" v="2451" actId="20577"/>
          <ac:spMkLst>
            <pc:docMk/>
            <pc:sldMk cId="2765958023" sldId="278"/>
            <ac:spMk id="3" creationId="{38189A4B-F8D7-A6D2-E451-D31BBCE16CF2}"/>
          </ac:spMkLst>
        </pc:spChg>
      </pc:sldChg>
      <pc:sldChg chg="modSp add mod">
        <pc:chgData name="Denis Schatzmann (s)" userId="398622c4-6ccd-4e13-ad38-3a3555d02364" providerId="ADAL" clId="{07D0E8BA-1E91-4079-A49F-7475BF84ED35}" dt="2026-01-19T14:16:06.141" v="1584" actId="20577"/>
        <pc:sldMkLst>
          <pc:docMk/>
          <pc:sldMk cId="2141483485" sldId="279"/>
        </pc:sldMkLst>
        <pc:spChg chg="mod">
          <ac:chgData name="Denis Schatzmann (s)" userId="398622c4-6ccd-4e13-ad38-3a3555d02364" providerId="ADAL" clId="{07D0E8BA-1E91-4079-A49F-7475BF84ED35}" dt="2026-01-19T14:14:40.531" v="1475" actId="20577"/>
          <ac:spMkLst>
            <pc:docMk/>
            <pc:sldMk cId="2141483485" sldId="279"/>
            <ac:spMk id="2" creationId="{F5AE66B7-3DA6-6529-6E53-8CADF7F87E5E}"/>
          </ac:spMkLst>
        </pc:spChg>
        <pc:spChg chg="mod">
          <ac:chgData name="Denis Schatzmann (s)" userId="398622c4-6ccd-4e13-ad38-3a3555d02364" providerId="ADAL" clId="{07D0E8BA-1E91-4079-A49F-7475BF84ED35}" dt="2026-01-19T14:16:06.141" v="1584" actId="20577"/>
          <ac:spMkLst>
            <pc:docMk/>
            <pc:sldMk cId="2141483485" sldId="279"/>
            <ac:spMk id="3" creationId="{717BAEF3-A4E3-6892-9095-FAEA36D81012}"/>
          </ac:spMkLst>
        </pc:spChg>
      </pc:sldChg>
      <pc:sldChg chg="new del">
        <pc:chgData name="Denis Schatzmann (s)" userId="398622c4-6ccd-4e13-ad38-3a3555d02364" providerId="ADAL" clId="{07D0E8BA-1E91-4079-A49F-7475BF84ED35}" dt="2026-01-19T14:16:41.123" v="1586" actId="680"/>
        <pc:sldMkLst>
          <pc:docMk/>
          <pc:sldMk cId="1728686256" sldId="280"/>
        </pc:sldMkLst>
      </pc:sldChg>
      <pc:sldChg chg="modSp add mod">
        <pc:chgData name="Denis Schatzmann (s)" userId="398622c4-6ccd-4e13-ad38-3a3555d02364" providerId="ADAL" clId="{07D0E8BA-1E91-4079-A49F-7475BF84ED35}" dt="2026-01-19T14:19:25.043" v="1700" actId="20577"/>
        <pc:sldMkLst>
          <pc:docMk/>
          <pc:sldMk cId="4292573410" sldId="280"/>
        </pc:sldMkLst>
        <pc:spChg chg="mod">
          <ac:chgData name="Denis Schatzmann (s)" userId="398622c4-6ccd-4e13-ad38-3a3555d02364" providerId="ADAL" clId="{07D0E8BA-1E91-4079-A49F-7475BF84ED35}" dt="2026-01-19T14:17:08.088" v="1594" actId="20577"/>
          <ac:spMkLst>
            <pc:docMk/>
            <pc:sldMk cId="4292573410" sldId="280"/>
            <ac:spMk id="2" creationId="{D4F3BFE1-B145-891C-7BC2-6F97C74E8AD8}"/>
          </ac:spMkLst>
        </pc:spChg>
        <pc:spChg chg="mod">
          <ac:chgData name="Denis Schatzmann (s)" userId="398622c4-6ccd-4e13-ad38-3a3555d02364" providerId="ADAL" clId="{07D0E8BA-1E91-4079-A49F-7475BF84ED35}" dt="2026-01-19T14:19:25.043" v="1700" actId="20577"/>
          <ac:spMkLst>
            <pc:docMk/>
            <pc:sldMk cId="4292573410" sldId="280"/>
            <ac:spMk id="3" creationId="{8324C145-80D4-E61C-5DC7-4B5A8B30C535}"/>
          </ac:spMkLst>
        </pc:spChg>
      </pc:sldChg>
      <pc:sldChg chg="modSp add mod">
        <pc:chgData name="Denis Schatzmann (s)" userId="398622c4-6ccd-4e13-ad38-3a3555d02364" providerId="ADAL" clId="{07D0E8BA-1E91-4079-A49F-7475BF84ED35}" dt="2026-01-19T15:48:03.706" v="2218" actId="20577"/>
        <pc:sldMkLst>
          <pc:docMk/>
          <pc:sldMk cId="4260387311" sldId="281"/>
        </pc:sldMkLst>
        <pc:spChg chg="mod">
          <ac:chgData name="Denis Schatzmann (s)" userId="398622c4-6ccd-4e13-ad38-3a3555d02364" providerId="ADAL" clId="{07D0E8BA-1E91-4079-A49F-7475BF84ED35}" dt="2026-01-19T15:48:03.706" v="2218" actId="20577"/>
          <ac:spMkLst>
            <pc:docMk/>
            <pc:sldMk cId="4260387311" sldId="281"/>
            <ac:spMk id="3" creationId="{05A0FF52-A6B3-C2F0-FC92-02F67AEED680}"/>
          </ac:spMkLst>
        </pc:spChg>
      </pc:sldChg>
      <pc:sldChg chg="addSp modSp add mod ord modNotesTx">
        <pc:chgData name="Denis Schatzmann (s)" userId="398622c4-6ccd-4e13-ad38-3a3555d02364" providerId="ADAL" clId="{07D0E8BA-1E91-4079-A49F-7475BF84ED35}" dt="2026-01-19T15:47:50.727" v="2216" actId="14100"/>
        <pc:sldMkLst>
          <pc:docMk/>
          <pc:sldMk cId="4308530" sldId="282"/>
        </pc:sldMkLst>
        <pc:spChg chg="mod">
          <ac:chgData name="Denis Schatzmann (s)" userId="398622c4-6ccd-4e13-ad38-3a3555d02364" providerId="ADAL" clId="{07D0E8BA-1E91-4079-A49F-7475BF84ED35}" dt="2026-01-19T15:47:50.727" v="2216" actId="14100"/>
          <ac:spMkLst>
            <pc:docMk/>
            <pc:sldMk cId="4308530" sldId="282"/>
            <ac:spMk id="3" creationId="{C0C673FD-28CE-05A8-5F96-4EC949C08ACF}"/>
          </ac:spMkLst>
        </pc:spChg>
        <pc:graphicFrameChg chg="add mod modGraphic">
          <ac:chgData name="Denis Schatzmann (s)" userId="398622c4-6ccd-4e13-ad38-3a3555d02364" providerId="ADAL" clId="{07D0E8BA-1E91-4079-A49F-7475BF84ED35}" dt="2026-01-19T15:44:21.585" v="2109" actId="1076"/>
          <ac:graphicFrameMkLst>
            <pc:docMk/>
            <pc:sldMk cId="4308530" sldId="282"/>
            <ac:graphicFrameMk id="4" creationId="{274DAB26-4F09-1FE1-1BBB-A4D8084A6465}"/>
          </ac:graphicFrameMkLst>
        </pc:graphicFrameChg>
      </pc:sldChg>
      <pc:sldChg chg="addSp delSp modSp new mod modNotesTx">
        <pc:chgData name="Denis Schatzmann (s)" userId="398622c4-6ccd-4e13-ad38-3a3555d02364" providerId="ADAL" clId="{07D0E8BA-1E91-4079-A49F-7475BF84ED35}" dt="2026-01-19T16:05:29.391" v="2383" actId="22"/>
        <pc:sldMkLst>
          <pc:docMk/>
          <pc:sldMk cId="626872703" sldId="283"/>
        </pc:sldMkLst>
        <pc:spChg chg="mod">
          <ac:chgData name="Denis Schatzmann (s)" userId="398622c4-6ccd-4e13-ad38-3a3555d02364" providerId="ADAL" clId="{07D0E8BA-1E91-4079-A49F-7475BF84ED35}" dt="2026-01-19T16:01:50.043" v="2272" actId="20577"/>
          <ac:spMkLst>
            <pc:docMk/>
            <pc:sldMk cId="626872703" sldId="283"/>
            <ac:spMk id="2" creationId="{4AB32831-5430-E2BD-5C7D-F7707BFBD38A}"/>
          </ac:spMkLst>
        </pc:spChg>
        <pc:spChg chg="del mod">
          <ac:chgData name="Denis Schatzmann (s)" userId="398622c4-6ccd-4e13-ad38-3a3555d02364" providerId="ADAL" clId="{07D0E8BA-1E91-4079-A49F-7475BF84ED35}" dt="2026-01-19T16:01:34.817" v="2236" actId="22"/>
          <ac:spMkLst>
            <pc:docMk/>
            <pc:sldMk cId="626872703" sldId="283"/>
            <ac:spMk id="3" creationId="{8C4316C6-5171-ACD5-5456-98E17382995B}"/>
          </ac:spMkLst>
        </pc:spChg>
        <pc:spChg chg="add del mod">
          <ac:chgData name="Denis Schatzmann (s)" userId="398622c4-6ccd-4e13-ad38-3a3555d02364" providerId="ADAL" clId="{07D0E8BA-1E91-4079-A49F-7475BF84ED35}" dt="2026-01-19T16:05:29.391" v="2383" actId="22"/>
          <ac:spMkLst>
            <pc:docMk/>
            <pc:sldMk cId="626872703" sldId="283"/>
            <ac:spMk id="9" creationId="{BD720580-A8AD-318C-2B83-F7A399709D4C}"/>
          </ac:spMkLst>
        </pc:spChg>
        <pc:picChg chg="add del mod ord">
          <ac:chgData name="Denis Schatzmann (s)" userId="398622c4-6ccd-4e13-ad38-3a3555d02364" providerId="ADAL" clId="{07D0E8BA-1E91-4079-A49F-7475BF84ED35}" dt="2026-01-19T16:05:25.786" v="2380" actId="478"/>
          <ac:picMkLst>
            <pc:docMk/>
            <pc:sldMk cId="626872703" sldId="283"/>
            <ac:picMk id="5" creationId="{B23D1378-4A86-7D3E-54EC-CEE9437BB134}"/>
          </ac:picMkLst>
        </pc:picChg>
        <pc:picChg chg="add del">
          <ac:chgData name="Denis Schatzmann (s)" userId="398622c4-6ccd-4e13-ad38-3a3555d02364" providerId="ADAL" clId="{07D0E8BA-1E91-4079-A49F-7475BF84ED35}" dt="2026-01-19T16:05:24.392" v="2379" actId="22"/>
          <ac:picMkLst>
            <pc:docMk/>
            <pc:sldMk cId="626872703" sldId="283"/>
            <ac:picMk id="7" creationId="{4B9FBE37-2AD5-7B20-FA82-E1A4A3FE968C}"/>
          </ac:picMkLst>
        </pc:picChg>
        <pc:picChg chg="add del">
          <ac:chgData name="Denis Schatzmann (s)" userId="398622c4-6ccd-4e13-ad38-3a3555d02364" providerId="ADAL" clId="{07D0E8BA-1E91-4079-A49F-7475BF84ED35}" dt="2026-01-19T16:05:27.655" v="2382" actId="22"/>
          <ac:picMkLst>
            <pc:docMk/>
            <pc:sldMk cId="626872703" sldId="283"/>
            <ac:picMk id="11" creationId="{5B536489-05F1-05E4-6F8B-A5A449922031}"/>
          </ac:picMkLst>
        </pc:picChg>
        <pc:picChg chg="add mod ord">
          <ac:chgData name="Denis Schatzmann (s)" userId="398622c4-6ccd-4e13-ad38-3a3555d02364" providerId="ADAL" clId="{07D0E8BA-1E91-4079-A49F-7475BF84ED35}" dt="2026-01-19T16:05:29.391" v="2383" actId="22"/>
          <ac:picMkLst>
            <pc:docMk/>
            <pc:sldMk cId="626872703" sldId="283"/>
            <ac:picMk id="13" creationId="{878350BE-E72C-707C-4BFB-BC498936CFD3}"/>
          </ac:picMkLst>
        </pc:picChg>
      </pc:sldChg>
      <pc:sldChg chg="addSp delSp modSp new mod">
        <pc:chgData name="Denis Schatzmann (s)" userId="398622c4-6ccd-4e13-ad38-3a3555d02364" providerId="ADAL" clId="{07D0E8BA-1E91-4079-A49F-7475BF84ED35}" dt="2026-01-19T16:02:21.682" v="2318" actId="20577"/>
        <pc:sldMkLst>
          <pc:docMk/>
          <pc:sldMk cId="1751362843" sldId="284"/>
        </pc:sldMkLst>
        <pc:spChg chg="mod">
          <ac:chgData name="Denis Schatzmann (s)" userId="398622c4-6ccd-4e13-ad38-3a3555d02364" providerId="ADAL" clId="{07D0E8BA-1E91-4079-A49F-7475BF84ED35}" dt="2026-01-19T16:02:21.682" v="2318" actId="20577"/>
          <ac:spMkLst>
            <pc:docMk/>
            <pc:sldMk cId="1751362843" sldId="284"/>
            <ac:spMk id="2" creationId="{B9B7304B-C431-F8D3-ADDF-BC93C6D9053B}"/>
          </ac:spMkLst>
        </pc:spChg>
        <pc:spChg chg="del">
          <ac:chgData name="Denis Schatzmann (s)" userId="398622c4-6ccd-4e13-ad38-3a3555d02364" providerId="ADAL" clId="{07D0E8BA-1E91-4079-A49F-7475BF84ED35}" dt="2026-01-19T16:02:14.443" v="2296" actId="22"/>
          <ac:spMkLst>
            <pc:docMk/>
            <pc:sldMk cId="1751362843" sldId="284"/>
            <ac:spMk id="3" creationId="{7D4ADCD3-9390-AEDD-B4AA-2DAD709B4425}"/>
          </ac:spMkLst>
        </pc:spChg>
        <pc:picChg chg="add mod ord">
          <ac:chgData name="Denis Schatzmann (s)" userId="398622c4-6ccd-4e13-ad38-3a3555d02364" providerId="ADAL" clId="{07D0E8BA-1E91-4079-A49F-7475BF84ED35}" dt="2026-01-19T16:02:14.443" v="2296" actId="22"/>
          <ac:picMkLst>
            <pc:docMk/>
            <pc:sldMk cId="1751362843" sldId="284"/>
            <ac:picMk id="5" creationId="{73462DF2-5250-1D4E-4C75-AE9C5D0DB936}"/>
          </ac:picMkLst>
        </pc:picChg>
      </pc:sldChg>
      <pc:sldChg chg="addSp delSp modSp new mod">
        <pc:chgData name="Denis Schatzmann (s)" userId="398622c4-6ccd-4e13-ad38-3a3555d02364" providerId="ADAL" clId="{07D0E8BA-1E91-4079-A49F-7475BF84ED35}" dt="2026-01-19T16:03:16.651" v="2340" actId="20577"/>
        <pc:sldMkLst>
          <pc:docMk/>
          <pc:sldMk cId="1424653450" sldId="285"/>
        </pc:sldMkLst>
        <pc:spChg chg="mod">
          <ac:chgData name="Denis Schatzmann (s)" userId="398622c4-6ccd-4e13-ad38-3a3555d02364" providerId="ADAL" clId="{07D0E8BA-1E91-4079-A49F-7475BF84ED35}" dt="2026-01-19T16:03:16.651" v="2340" actId="20577"/>
          <ac:spMkLst>
            <pc:docMk/>
            <pc:sldMk cId="1424653450" sldId="285"/>
            <ac:spMk id="2" creationId="{4ADE4042-AB8D-4479-976C-C6C0AFE0AC76}"/>
          </ac:spMkLst>
        </pc:spChg>
        <pc:spChg chg="del">
          <ac:chgData name="Denis Schatzmann (s)" userId="398622c4-6ccd-4e13-ad38-3a3555d02364" providerId="ADAL" clId="{07D0E8BA-1E91-4079-A49F-7475BF84ED35}" dt="2026-01-19T16:02:35.277" v="2320" actId="22"/>
          <ac:spMkLst>
            <pc:docMk/>
            <pc:sldMk cId="1424653450" sldId="285"/>
            <ac:spMk id="3" creationId="{B1D82404-1F83-F0C2-D0B0-E1CFAB39DD98}"/>
          </ac:spMkLst>
        </pc:spChg>
        <pc:picChg chg="add mod ord">
          <ac:chgData name="Denis Schatzmann (s)" userId="398622c4-6ccd-4e13-ad38-3a3555d02364" providerId="ADAL" clId="{07D0E8BA-1E91-4079-A49F-7475BF84ED35}" dt="2026-01-19T16:02:35.277" v="2320" actId="22"/>
          <ac:picMkLst>
            <pc:docMk/>
            <pc:sldMk cId="1424653450" sldId="285"/>
            <ac:picMk id="5" creationId="{A6615B64-0182-0A57-339A-A08B017F64E2}"/>
          </ac:picMkLst>
        </pc:picChg>
      </pc:sldChg>
      <pc:sldChg chg="new del">
        <pc:chgData name="Denis Schatzmann (s)" userId="398622c4-6ccd-4e13-ad38-3a3555d02364" providerId="ADAL" clId="{07D0E8BA-1E91-4079-A49F-7475BF84ED35}" dt="2026-01-19T16:14:39.145" v="2453" actId="2696"/>
        <pc:sldMkLst>
          <pc:docMk/>
          <pc:sldMk cId="428148857" sldId="286"/>
        </pc:sldMkLst>
      </pc:sldChg>
      <pc:sldChg chg="modSp new mod">
        <pc:chgData name="Denis Schatzmann (s)" userId="398622c4-6ccd-4e13-ad38-3a3555d02364" providerId="ADAL" clId="{07D0E8BA-1E91-4079-A49F-7475BF84ED35}" dt="2026-01-19T16:14:48.583" v="2464" actId="20577"/>
        <pc:sldMkLst>
          <pc:docMk/>
          <pc:sldMk cId="1101854601" sldId="286"/>
        </pc:sldMkLst>
        <pc:spChg chg="mod">
          <ac:chgData name="Denis Schatzmann (s)" userId="398622c4-6ccd-4e13-ad38-3a3555d02364" providerId="ADAL" clId="{07D0E8BA-1E91-4079-A49F-7475BF84ED35}" dt="2026-01-19T16:14:48.583" v="2464" actId="20577"/>
          <ac:spMkLst>
            <pc:docMk/>
            <pc:sldMk cId="1101854601" sldId="286"/>
            <ac:spMk id="2" creationId="{4F5AB842-090F-9DC2-F4C7-07CDA65C38F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DCD48A-7313-401C-9E66-E3BEA7A368AE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3FC1E3-5729-4862-AC44-048BADB1BB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5658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3FC1E3-5729-4862-AC44-048BADB1BB45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6634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Change </a:t>
            </a:r>
            <a:r>
              <a:rPr lang="de-CH" dirty="0" err="1"/>
              <a:t>of</a:t>
            </a:r>
            <a:r>
              <a:rPr lang="de-CH" dirty="0"/>
              <a:t> Administration ID</a:t>
            </a:r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3FC1E3-5729-4862-AC44-048BADB1BB45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4402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Inter-individual </a:t>
            </a:r>
            <a:r>
              <a:rPr lang="de-DE" dirty="0" err="1"/>
              <a:t>variability</a:t>
            </a:r>
            <a:r>
              <a:rPr lang="de-DE" dirty="0"/>
              <a:t> (IIV)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3FC1E3-5729-4862-AC44-048BADB1BB45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4184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C.V.(%) </a:t>
            </a:r>
            <a:r>
              <a:rPr lang="de-CH" dirty="0" err="1"/>
              <a:t>means</a:t>
            </a:r>
            <a:r>
              <a:rPr lang="de-CH" dirty="0"/>
              <a:t> Inter-individual </a:t>
            </a:r>
            <a:r>
              <a:rPr lang="de-CH" dirty="0" err="1"/>
              <a:t>variability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25%</a:t>
            </a:r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3FC1E3-5729-4862-AC44-048BADB1BB45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5023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2040BAA5-8ED1-5052-684A-DB6BB56E8FD6}"/>
              </a:ext>
            </a:extLst>
          </p:cNvPr>
          <p:cNvSpPr/>
          <p:nvPr/>
        </p:nvSpPr>
        <p:spPr>
          <a:xfrm>
            <a:off x="0" y="846667"/>
            <a:ext cx="6102000" cy="6011333"/>
          </a:xfrm>
          <a:prstGeom prst="rect">
            <a:avLst/>
          </a:prstGeom>
          <a:solidFill>
            <a:srgbClr val="FDE7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379343" y="1136898"/>
            <a:ext cx="5265301" cy="1224000"/>
          </a:xfrm>
        </p:spPr>
        <p:txBody>
          <a:bodyPr anchor="b">
            <a:noAutofit/>
          </a:bodyPr>
          <a:lstStyle>
            <a:lvl1pPr algn="l">
              <a:defRPr sz="4000" b="1"/>
            </a:lvl1pPr>
          </a:lstStyle>
          <a:p>
            <a:r>
              <a:rPr lang="de-CH" dirty="0"/>
              <a:t>Titel </a:t>
            </a:r>
            <a:br>
              <a:rPr lang="de-CH" dirty="0"/>
            </a:br>
            <a:r>
              <a:rPr lang="de-CH" dirty="0"/>
              <a:t>hinzufügen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379344" y="2926800"/>
            <a:ext cx="5265300" cy="756000"/>
          </a:xfrm>
        </p:spPr>
        <p:txBody>
          <a:bodyPr>
            <a:noAutofit/>
          </a:bodyPr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CH" noProof="0" dirty="0"/>
              <a:t>Untertitel </a:t>
            </a:r>
            <a:br>
              <a:rPr lang="de-CH" noProof="0" dirty="0"/>
            </a:br>
            <a:r>
              <a:rPr lang="de-CH" noProof="0" dirty="0"/>
              <a:t>hinzufügen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9344" y="6273316"/>
            <a:ext cx="2631600" cy="216000"/>
          </a:xfrm>
        </p:spPr>
        <p:txBody>
          <a:bodyPr/>
          <a:lstStyle>
            <a:lvl1pPr>
              <a:defRPr sz="1350"/>
            </a:lvl1pPr>
          </a:lstStyle>
          <a:p>
            <a:fld id="{333A817E-8C9A-4979-85BF-24DD959E70E4}" type="datetimeFigureOut">
              <a:rPr lang="de-CH" smtClean="0"/>
              <a:t>19.01.2026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031569" y="148321"/>
            <a:ext cx="360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endParaRPr lang="de-CH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031569" y="148321"/>
            <a:ext cx="360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CA373400-0F2D-4680-ABB3-51F5BD2155F3}" type="slidenum">
              <a:rPr lang="de-CH" smtClean="0"/>
              <a:t>‹#›</a:t>
            </a:fld>
            <a:endParaRPr lang="de-CH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D37EA372-1F3F-FD95-320B-03B77579C3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7844" y="4003200"/>
            <a:ext cx="5265300" cy="246221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C958DB58-2461-7CDF-BD4C-0543237571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7844" y="4244400"/>
            <a:ext cx="5265300" cy="246221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7" name="Bildplatzhalter 3">
            <a:extLst>
              <a:ext uri="{FF2B5EF4-FFF2-40B4-BE49-F238E27FC236}">
                <a16:creationId xmlns:a16="http://schemas.microsoft.com/office/drawing/2014/main" id="{594B6BE9-185E-A88B-41DA-D0D14396ED7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03027" y="850779"/>
            <a:ext cx="5323238" cy="6007221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t"/>
          <a:lstStyle>
            <a:lvl1pPr algn="ctr">
              <a:defRPr sz="1600" b="0"/>
            </a:lvl1pPr>
          </a:lstStyle>
          <a:p>
            <a:r>
              <a:rPr lang="de-CH" dirty="0"/>
              <a:t> </a:t>
            </a:r>
            <a:br>
              <a:rPr lang="de-CH" dirty="0"/>
            </a:br>
            <a:r>
              <a:rPr lang="de-CH" dirty="0"/>
              <a:t>Ersetzen Sie diesen Platzhalter durch ein Bild </a:t>
            </a:r>
            <a:br>
              <a:rPr lang="de-CH" dirty="0"/>
            </a:br>
            <a:r>
              <a:rPr lang="de-CH" dirty="0"/>
              <a:t>(Grösse und Position beibehalten).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Eine Auswahl an FHNW-Bildern finden</a:t>
            </a:r>
            <a:br>
              <a:rPr lang="de-CH" dirty="0"/>
            </a:br>
            <a:r>
              <a:rPr lang="de-CH" dirty="0"/>
              <a:t>Sie im «Content </a:t>
            </a:r>
            <a:r>
              <a:rPr lang="de-CH" dirty="0" err="1"/>
              <a:t>Chooser</a:t>
            </a:r>
            <a:r>
              <a:rPr lang="de-CH" dirty="0"/>
              <a:t>» rechts in PowerPoint</a:t>
            </a:r>
            <a:br>
              <a:rPr lang="de-CH" dirty="0"/>
            </a:br>
            <a:r>
              <a:rPr lang="de-CH" dirty="0"/>
              <a:t>oder unter dem Menüpunkt «Einfügen &gt; Inhalte».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Eigene Bilder können Sie durch einen Klick</a:t>
            </a:r>
            <a:br>
              <a:rPr lang="de-CH" dirty="0"/>
            </a:br>
            <a:r>
              <a:rPr lang="de-CH" dirty="0"/>
              <a:t>auf das untenstehende Icon einfügen.</a:t>
            </a:r>
          </a:p>
        </p:txBody>
      </p:sp>
    </p:spTree>
    <p:extLst>
      <p:ext uri="{BB962C8B-B14F-4D97-AF65-F5344CB8AC3E}">
        <p14:creationId xmlns:p14="http://schemas.microsoft.com/office/powerpoint/2010/main" val="1077158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99222" y="1170372"/>
            <a:ext cx="11012400" cy="492443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99222" y="1973011"/>
            <a:ext cx="11012400" cy="421188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Inhalt hinzufügen</a:t>
            </a:r>
          </a:p>
          <a:p>
            <a:pPr lvl="1"/>
            <a:r>
              <a:rPr lang="de-DE" dirty="0"/>
              <a:t>Zweite </a:t>
            </a:r>
            <a:r>
              <a:rPr lang="de-CH" noProof="0" dirty="0"/>
              <a:t>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817E-8C9A-4979-85BF-24DD959E70E4}" type="datetimeFigureOut">
              <a:rPr lang="de-CH" smtClean="0"/>
              <a:t>19.01.2026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73400-0F2D-4680-ABB3-51F5BD2155F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99342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B03B558-1909-9EAA-030E-9F4C655318C3}"/>
              </a:ext>
            </a:extLst>
          </p:cNvPr>
          <p:cNvSpPr/>
          <p:nvPr/>
        </p:nvSpPr>
        <p:spPr>
          <a:xfrm>
            <a:off x="0" y="846667"/>
            <a:ext cx="11430000" cy="6011333"/>
          </a:xfrm>
          <a:prstGeom prst="rect">
            <a:avLst/>
          </a:prstGeom>
          <a:solidFill>
            <a:srgbClr val="FDE7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tlCol="0" anchor="ctr"/>
          <a:lstStyle/>
          <a:p>
            <a:pPr algn="ctr"/>
            <a:endParaRPr lang="de-CH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69405" y="1080000"/>
            <a:ext cx="10587038" cy="900246"/>
          </a:xfrm>
        </p:spPr>
        <p:txBody>
          <a:bodyPr/>
          <a:lstStyle>
            <a:lvl1pPr>
              <a:defRPr sz="5850"/>
            </a:lvl1pPr>
          </a:lstStyle>
          <a:p>
            <a:r>
              <a:rPr lang="de-CH" dirty="0"/>
              <a:t>Titel hinzufügen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030000" y="162000"/>
            <a:ext cx="360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333A817E-8C9A-4979-85BF-24DD959E70E4}" type="datetimeFigureOut">
              <a:rPr lang="de-CH" smtClean="0"/>
              <a:t>19.01.2026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030000" y="162000"/>
            <a:ext cx="360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73400-0F2D-4680-ABB3-51F5BD2155F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84766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99222" y="1170372"/>
            <a:ext cx="11012400" cy="492443"/>
          </a:xfrm>
        </p:spPr>
        <p:txBody>
          <a:bodyPr/>
          <a:lstStyle>
            <a:lvl1pPr>
              <a:defRPr b="1"/>
            </a:lvl1pPr>
          </a:lstStyle>
          <a:p>
            <a:r>
              <a:rPr lang="de-CH" dirty="0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99222" y="2215918"/>
            <a:ext cx="11012400" cy="3968982"/>
          </a:xfrm>
        </p:spPr>
        <p:txBody>
          <a:bodyPr/>
          <a:lstStyle>
            <a:lvl1pPr marL="447675" indent="-447675">
              <a:buFont typeface="+mj-lt"/>
              <a:buAutoNum type="arabicPeriod"/>
              <a:defRPr sz="2800"/>
            </a:lvl1pPr>
            <a:lvl2pPr marL="808038" indent="-360363">
              <a:buFont typeface="+mj-lt"/>
              <a:buAutoNum type="alphaLcPeriod"/>
              <a:defRPr sz="2800"/>
            </a:lvl2pPr>
            <a:lvl3pPr marL="896938" indent="-90488">
              <a:defRPr sz="2800"/>
            </a:lvl3pPr>
            <a:lvl4pPr marL="1077913" indent="-88900">
              <a:defRPr sz="2800"/>
            </a:lvl4pPr>
            <a:lvl5pPr marL="1254125" indent="-88900">
              <a:defRPr sz="2800"/>
            </a:lvl5pPr>
          </a:lstStyle>
          <a:p>
            <a:pPr lvl="0"/>
            <a:r>
              <a:rPr lang="de-DE" dirty="0"/>
              <a:t>Inhalt hinzufügen</a:t>
            </a:r>
          </a:p>
          <a:p>
            <a:pPr lvl="1"/>
            <a:r>
              <a:rPr lang="de-DE" dirty="0"/>
              <a:t>Zweite </a:t>
            </a:r>
            <a:r>
              <a:rPr lang="de-CH" noProof="0" dirty="0"/>
              <a:t>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817E-8C9A-4979-85BF-24DD959E70E4}" type="datetimeFigureOut">
              <a:rPr lang="de-CH" smtClean="0"/>
              <a:t>19.01.2026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73400-0F2D-4680-ABB3-51F5BD2155F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49176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99222" y="1170372"/>
            <a:ext cx="11012400" cy="492443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397722" y="1972800"/>
            <a:ext cx="4917600" cy="420416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507962" y="1972800"/>
            <a:ext cx="4917276" cy="4212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817E-8C9A-4979-85BF-24DD959E70E4}" type="datetimeFigureOut">
              <a:rPr lang="de-CH" smtClean="0"/>
              <a:t>19.01.2026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73400-0F2D-4680-ABB3-51F5BD2155F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65445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und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507962" y="1170372"/>
            <a:ext cx="4917276" cy="492443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507962" y="1972800"/>
            <a:ext cx="4917276" cy="4212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817E-8C9A-4979-85BF-24DD959E70E4}" type="datetimeFigureOut">
              <a:rPr lang="de-CH" smtClean="0"/>
              <a:t>19.01.2026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73400-0F2D-4680-ABB3-51F5BD2155F3}" type="slidenum">
              <a:rPr lang="de-CH" smtClean="0"/>
              <a:t>‹#›</a:t>
            </a:fld>
            <a:endParaRPr lang="de-CH"/>
          </a:p>
        </p:txBody>
      </p:sp>
      <p:sp>
        <p:nvSpPr>
          <p:cNvPr id="3" name="Bildplatzhalter 3">
            <a:extLst>
              <a:ext uri="{FF2B5EF4-FFF2-40B4-BE49-F238E27FC236}">
                <a16:creationId xmlns:a16="http://schemas.microsoft.com/office/drawing/2014/main" id="{045B5233-76F3-BDA2-C5F4-340A566D321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2941" y="846001"/>
            <a:ext cx="6047472" cy="5688000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t"/>
          <a:lstStyle>
            <a:lvl1pPr algn="ctr">
              <a:defRPr sz="1600" b="0"/>
            </a:lvl1pPr>
          </a:lstStyle>
          <a:p>
            <a:r>
              <a:rPr lang="de-CH" dirty="0"/>
              <a:t> </a:t>
            </a:r>
            <a:br>
              <a:rPr lang="de-CH" dirty="0"/>
            </a:br>
            <a:r>
              <a:rPr lang="de-CH" dirty="0"/>
              <a:t>Ersetzen Sie diesen Platzhalter durch ein Bild </a:t>
            </a:r>
            <a:br>
              <a:rPr lang="de-CH" dirty="0"/>
            </a:br>
            <a:r>
              <a:rPr lang="de-CH" dirty="0"/>
              <a:t>(Grösse und Position beibehalten).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Eine Auswahl an FHNW-Bildern finden</a:t>
            </a:r>
            <a:br>
              <a:rPr lang="de-CH" dirty="0"/>
            </a:br>
            <a:r>
              <a:rPr lang="de-CH" dirty="0"/>
              <a:t>Sie im «Content </a:t>
            </a:r>
            <a:r>
              <a:rPr lang="de-CH" dirty="0" err="1"/>
              <a:t>Chooser</a:t>
            </a:r>
            <a:r>
              <a:rPr lang="de-CH" dirty="0"/>
              <a:t>» rechts in PowerPoint</a:t>
            </a:r>
            <a:br>
              <a:rPr lang="de-CH" dirty="0"/>
            </a:br>
            <a:r>
              <a:rPr lang="de-CH" dirty="0"/>
              <a:t>oder unter dem Menüpunkt «Einfügen &gt; Inhalte».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Eigene Bilder können Sie durch einen Klick</a:t>
            </a:r>
            <a:br>
              <a:rPr lang="de-CH" dirty="0"/>
            </a:br>
            <a:r>
              <a:rPr lang="de-CH" dirty="0"/>
              <a:t>auf das untenstehende Icon einfügen.</a:t>
            </a:r>
          </a:p>
        </p:txBody>
      </p:sp>
    </p:spTree>
    <p:extLst>
      <p:ext uri="{BB962C8B-B14F-4D97-AF65-F5344CB8AC3E}">
        <p14:creationId xmlns:p14="http://schemas.microsoft.com/office/powerpoint/2010/main" val="3606311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und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99222" y="1170372"/>
            <a:ext cx="4734000" cy="492443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99222" y="1972800"/>
            <a:ext cx="4734000" cy="4212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817E-8C9A-4979-85BF-24DD959E70E4}" type="datetimeFigureOut">
              <a:rPr lang="de-CH" smtClean="0"/>
              <a:t>19.01.2026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73400-0F2D-4680-ABB3-51F5BD2155F3}" type="slidenum">
              <a:rPr lang="de-CH" smtClean="0"/>
              <a:t>‹#›</a:t>
            </a:fld>
            <a:endParaRPr lang="de-CH"/>
          </a:p>
        </p:txBody>
      </p:sp>
      <p:sp>
        <p:nvSpPr>
          <p:cNvPr id="8" name="Bildplatzhalter 3">
            <a:extLst>
              <a:ext uri="{FF2B5EF4-FFF2-40B4-BE49-F238E27FC236}">
                <a16:creationId xmlns:a16="http://schemas.microsoft.com/office/drawing/2014/main" id="{BFED3010-9542-8FB4-6B6D-FE485296850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1196" y="846000"/>
            <a:ext cx="6103556" cy="5688000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t"/>
          <a:lstStyle>
            <a:lvl1pPr algn="ctr">
              <a:defRPr sz="1600" b="0"/>
            </a:lvl1pPr>
          </a:lstStyle>
          <a:p>
            <a:r>
              <a:rPr lang="de-CH" dirty="0"/>
              <a:t> </a:t>
            </a:r>
            <a:br>
              <a:rPr lang="de-CH" dirty="0"/>
            </a:br>
            <a:r>
              <a:rPr lang="de-CH" dirty="0"/>
              <a:t>Ersetzen Sie diesen Platzhalter durch ein Bild </a:t>
            </a:r>
            <a:br>
              <a:rPr lang="de-CH" dirty="0"/>
            </a:br>
            <a:r>
              <a:rPr lang="de-CH" dirty="0"/>
              <a:t>(Grösse und Position beibehalten).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Eine Auswahl an FHNW-Bildern finden</a:t>
            </a:r>
            <a:br>
              <a:rPr lang="de-CH" dirty="0"/>
            </a:br>
            <a:r>
              <a:rPr lang="de-CH" dirty="0"/>
              <a:t>Sie im «Content </a:t>
            </a:r>
            <a:r>
              <a:rPr lang="de-CH" dirty="0" err="1"/>
              <a:t>Chooser</a:t>
            </a:r>
            <a:r>
              <a:rPr lang="de-CH" dirty="0"/>
              <a:t>» rechts in PowerPoint</a:t>
            </a:r>
            <a:br>
              <a:rPr lang="de-CH" dirty="0"/>
            </a:br>
            <a:r>
              <a:rPr lang="de-CH" dirty="0"/>
              <a:t>oder unter dem Menüpunkt «Einfügen &gt; Inhalte».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Eigene Bilder können Sie durch einen Klick</a:t>
            </a:r>
            <a:br>
              <a:rPr lang="de-CH" dirty="0"/>
            </a:br>
            <a:r>
              <a:rPr lang="de-CH" dirty="0"/>
              <a:t>auf das untenstehende Icon einfügen.</a:t>
            </a:r>
          </a:p>
        </p:txBody>
      </p:sp>
    </p:spTree>
    <p:extLst>
      <p:ext uri="{BB962C8B-B14F-4D97-AF65-F5344CB8AC3E}">
        <p14:creationId xmlns:p14="http://schemas.microsoft.com/office/powerpoint/2010/main" val="3203563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EB216CB-AE9D-4C01-AD48-4B79158751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33A817E-8C9A-4979-85BF-24DD959E70E4}" type="datetimeFigureOut">
              <a:rPr lang="de-CH" smtClean="0"/>
              <a:t>19.01.2026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E67269-0443-40A6-8D53-CF9C30AE72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D2179C-3288-47A5-A587-1B7255A2C3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A373400-0F2D-4680-ABB3-51F5BD2155F3}" type="slidenum">
              <a:rPr lang="de-CH" smtClean="0"/>
              <a:t>‹#›</a:t>
            </a:fld>
            <a:endParaRPr lang="de-CH"/>
          </a:p>
        </p:txBody>
      </p:sp>
      <p:sp>
        <p:nvSpPr>
          <p:cNvPr id="2" name="Bildplatzhalter 3">
            <a:extLst>
              <a:ext uri="{FF2B5EF4-FFF2-40B4-BE49-F238E27FC236}">
                <a16:creationId xmlns:a16="http://schemas.microsoft.com/office/drawing/2014/main" id="{FA158FDB-0E1B-74C0-3EFC-E1E947BFEE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846872"/>
            <a:ext cx="11430000" cy="5688000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t"/>
          <a:lstStyle>
            <a:lvl1pPr algn="ctr">
              <a:defRPr sz="1600" b="0"/>
            </a:lvl1pPr>
          </a:lstStyle>
          <a:p>
            <a:r>
              <a:rPr lang="de-CH" dirty="0"/>
              <a:t> </a:t>
            </a:r>
            <a:br>
              <a:rPr lang="de-CH" dirty="0"/>
            </a:br>
            <a:r>
              <a:rPr lang="de-CH" dirty="0"/>
              <a:t>Ersetzen Sie diesen Platzhalter durch ein Bild </a:t>
            </a:r>
            <a:br>
              <a:rPr lang="de-CH" dirty="0"/>
            </a:br>
            <a:r>
              <a:rPr lang="de-CH" dirty="0"/>
              <a:t>(Grösse und Position beibehalten).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Eine Auswahl an FHNW-Bildern finden</a:t>
            </a:r>
            <a:br>
              <a:rPr lang="de-CH" dirty="0"/>
            </a:br>
            <a:r>
              <a:rPr lang="de-CH" dirty="0"/>
              <a:t>Sie im «Content </a:t>
            </a:r>
            <a:r>
              <a:rPr lang="de-CH" dirty="0" err="1"/>
              <a:t>Chooser</a:t>
            </a:r>
            <a:r>
              <a:rPr lang="de-CH" dirty="0"/>
              <a:t>» rechts in PowerPoint</a:t>
            </a:r>
            <a:br>
              <a:rPr lang="de-CH" dirty="0"/>
            </a:br>
            <a:r>
              <a:rPr lang="de-CH" dirty="0"/>
              <a:t>oder unter dem Menüpunkt «Einfügen &gt; Inhalte».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Eigene Bilder können Sie durch einen Klick</a:t>
            </a:r>
            <a:br>
              <a:rPr lang="de-CH" dirty="0"/>
            </a:br>
            <a:r>
              <a:rPr lang="de-CH" dirty="0"/>
              <a:t>auf das untenstehende Icon einfügen.</a:t>
            </a:r>
          </a:p>
        </p:txBody>
      </p:sp>
    </p:spTree>
    <p:extLst>
      <p:ext uri="{BB962C8B-B14F-4D97-AF65-F5344CB8AC3E}">
        <p14:creationId xmlns:p14="http://schemas.microsoft.com/office/powerpoint/2010/main" val="2220489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99001" y="1170372"/>
            <a:ext cx="11012400" cy="492443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46EAAB-E9CC-4FBB-A777-DFD68618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817E-8C9A-4979-85BF-24DD959E70E4}" type="datetimeFigureOut">
              <a:rPr lang="de-CH" smtClean="0"/>
              <a:t>19.01.2026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0A60D-3123-4534-B4E1-1B214E40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A66DD1-3165-483D-99FB-202ADC04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73400-0F2D-4680-ABB3-51F5BD2155F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55809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E75BB-61FF-4F7E-9CDB-A5E34775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817E-8C9A-4979-85BF-24DD959E70E4}" type="datetimeFigureOut">
              <a:rPr lang="de-CH" smtClean="0"/>
              <a:t>19.01.2026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9AB7D-DBAB-4FFF-BA65-85B952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B7570-0B3E-4F91-B744-978CA7B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73400-0F2D-4680-ABB3-51F5BD2155F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78260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D5645230-42CD-7598-BA61-E9F9C849459B}"/>
              </a:ext>
            </a:extLst>
          </p:cNvPr>
          <p:cNvGraphicFramePr>
            <a:graphicFrameLocks noChangeAspect="1"/>
          </p:cNvGraphicFramePr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5154786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3" imgW="503" imgH="503" progId="TCLayout.ActiveDocument.1">
                  <p:embed/>
                </p:oleObj>
              </mc:Choice>
              <mc:Fallback>
                <p:oleObj name="think-cell Folie" r:id="rId13" imgW="503" imgH="503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5645230-42CD-7598-BA61-E9F9C84945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hteck 13">
            <a:extLst>
              <a:ext uri="{FF2B5EF4-FFF2-40B4-BE49-F238E27FC236}">
                <a16:creationId xmlns:a16="http://schemas.microsoft.com/office/drawing/2014/main" id="{CCA65A95-72B9-9C39-BC44-04A643558335}"/>
              </a:ext>
            </a:extLst>
          </p:cNvPr>
          <p:cNvSpPr/>
          <p:nvPr/>
        </p:nvSpPr>
        <p:spPr>
          <a:xfrm>
            <a:off x="0" y="6534000"/>
            <a:ext cx="11430000" cy="324000"/>
          </a:xfrm>
          <a:prstGeom prst="rect">
            <a:avLst/>
          </a:prstGeom>
          <a:solidFill>
            <a:srgbClr val="FDE7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19100" y="1170372"/>
            <a:ext cx="11006138" cy="49244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19100" y="1973011"/>
            <a:ext cx="11006138" cy="42118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 dirty="0" err="1"/>
              <a:t>Erum</a:t>
            </a:r>
            <a:r>
              <a:rPr lang="de-CH" noProof="0" dirty="0"/>
              <a:t> </a:t>
            </a:r>
            <a:r>
              <a:rPr lang="de-CH" noProof="0" dirty="0" err="1"/>
              <a:t>qui</a:t>
            </a:r>
            <a:r>
              <a:rPr lang="de-CH" noProof="0" dirty="0"/>
              <a:t> </a:t>
            </a:r>
            <a:r>
              <a:rPr lang="de-CH" noProof="0" dirty="0" err="1"/>
              <a:t>blam</a:t>
            </a:r>
            <a:r>
              <a:rPr lang="de-CH" noProof="0" dirty="0"/>
              <a:t> </a:t>
            </a:r>
            <a:r>
              <a:rPr lang="de-CH" noProof="0" dirty="0" err="1"/>
              <a:t>faciis</a:t>
            </a:r>
            <a:r>
              <a:rPr lang="de-CH" noProof="0" dirty="0"/>
              <a:t> </a:t>
            </a:r>
            <a:r>
              <a:rPr lang="de-CH" noProof="0" dirty="0" err="1"/>
              <a:t>ullente</a:t>
            </a:r>
            <a:r>
              <a:rPr lang="de-CH" noProof="0" dirty="0"/>
              <a:t> </a:t>
            </a:r>
            <a:r>
              <a:rPr lang="de-CH" noProof="0" dirty="0" err="1"/>
              <a:t>nim</a:t>
            </a:r>
            <a:r>
              <a:rPr lang="de-CH" noProof="0" dirty="0"/>
              <a:t> </a:t>
            </a:r>
            <a:r>
              <a:rPr lang="de-CH" noProof="0" dirty="0" err="1"/>
              <a:t>aut</a:t>
            </a:r>
            <a:r>
              <a:rPr lang="de-CH" noProof="0" dirty="0"/>
              <a:t> </a:t>
            </a:r>
            <a:r>
              <a:rPr lang="de-CH" noProof="0" dirty="0" err="1"/>
              <a:t>que</a:t>
            </a:r>
            <a:r>
              <a:rPr lang="de-CH" noProof="0" dirty="0"/>
              <a:t> </a:t>
            </a:r>
            <a:r>
              <a:rPr lang="de-CH" noProof="0" dirty="0" err="1"/>
              <a:t>conserumenis</a:t>
            </a:r>
            <a:r>
              <a:rPr lang="de-CH" noProof="0" dirty="0"/>
              <a:t> </a:t>
            </a:r>
            <a:r>
              <a:rPr lang="de-CH" noProof="0" dirty="0" err="1"/>
              <a:t>maxim</a:t>
            </a:r>
            <a:r>
              <a:rPr lang="de-CH" noProof="0" dirty="0"/>
              <a:t> </a:t>
            </a:r>
            <a:r>
              <a:rPr lang="de-CH" noProof="0" dirty="0" err="1"/>
              <a:t>reptio</a:t>
            </a:r>
            <a:r>
              <a:rPr lang="de-CH" noProof="0" dirty="0"/>
              <a:t> </a:t>
            </a:r>
            <a:r>
              <a:rPr lang="de-CH" noProof="0" dirty="0" err="1"/>
              <a:t>intis</a:t>
            </a:r>
            <a:r>
              <a:rPr lang="de-CH" noProof="0" dirty="0"/>
              <a:t> </a:t>
            </a:r>
            <a:r>
              <a:rPr lang="de-CH" noProof="0" dirty="0" err="1"/>
              <a:t>sero</a:t>
            </a:r>
            <a:r>
              <a:rPr lang="de-CH" noProof="0" dirty="0"/>
              <a:t> </a:t>
            </a:r>
            <a:r>
              <a:rPr lang="de-CH" noProof="0" dirty="0" err="1"/>
              <a:t>doluptatiam</a:t>
            </a:r>
            <a:r>
              <a:rPr lang="de-CH" noProof="0" dirty="0"/>
              <a:t> </a:t>
            </a:r>
            <a:r>
              <a:rPr lang="de-CH" noProof="0" dirty="0" err="1"/>
              <a:t>nemque</a:t>
            </a:r>
            <a:r>
              <a:rPr lang="de-CH" noProof="0" dirty="0"/>
              <a:t> </a:t>
            </a:r>
            <a:r>
              <a:rPr lang="de-CH" noProof="0" dirty="0" err="1"/>
              <a:t>pore</a:t>
            </a:r>
            <a:r>
              <a:rPr lang="de-CH" noProof="0" dirty="0"/>
              <a:t> </a:t>
            </a:r>
            <a:r>
              <a:rPr lang="de-CH" noProof="0" dirty="0" err="1"/>
              <a:t>volliquis</a:t>
            </a:r>
            <a:r>
              <a:rPr lang="de-CH" noProof="0" dirty="0"/>
              <a:t> </a:t>
            </a:r>
            <a:r>
              <a:rPr lang="de-CH" noProof="0" dirty="0" err="1"/>
              <a:t>archicient</a:t>
            </a:r>
            <a:r>
              <a:rPr lang="de-CH" noProof="0" dirty="0"/>
              <a:t> </a:t>
            </a:r>
            <a:r>
              <a:rPr lang="de-CH" noProof="0" dirty="0" err="1"/>
              <a:t>remporu</a:t>
            </a:r>
            <a:r>
              <a:rPr lang="de-CH" noProof="0" dirty="0"/>
              <a:t> </a:t>
            </a:r>
            <a:r>
              <a:rPr lang="de-CH" noProof="0" dirty="0" err="1"/>
              <a:t>mquatis</a:t>
            </a:r>
            <a:r>
              <a:rPr lang="de-CH" noProof="0" dirty="0"/>
              <a:t> </a:t>
            </a:r>
            <a:r>
              <a:rPr lang="de-CH" noProof="0" dirty="0" err="1"/>
              <a:t>ipicipit</a:t>
            </a:r>
            <a:r>
              <a:rPr lang="de-CH" noProof="0" dirty="0"/>
              <a:t> </a:t>
            </a:r>
            <a:r>
              <a:rPr lang="de-CH" noProof="0" dirty="0" err="1"/>
              <a:t>que</a:t>
            </a:r>
            <a:r>
              <a:rPr lang="de-CH" noProof="0" dirty="0"/>
              <a:t> </a:t>
            </a:r>
            <a:r>
              <a:rPr lang="de-CH" noProof="0" dirty="0" err="1"/>
              <a:t>eati</a:t>
            </a:r>
            <a:r>
              <a:rPr lang="de-CH" noProof="0" dirty="0"/>
              <a:t> </a:t>
            </a:r>
            <a:r>
              <a:rPr lang="de-CH" noProof="0" dirty="0" err="1"/>
              <a:t>offictus</a:t>
            </a:r>
            <a:r>
              <a:rPr lang="de-CH" noProof="0" dirty="0"/>
              <a:t> sed </a:t>
            </a:r>
            <a:r>
              <a:rPr lang="de-CH" noProof="0" dirty="0" err="1"/>
              <a:t>milluptatum</a:t>
            </a:r>
            <a:r>
              <a:rPr lang="de-CH" noProof="0" dirty="0"/>
              <a:t> </a:t>
            </a:r>
            <a:r>
              <a:rPr lang="de-CH" noProof="0" dirty="0" err="1"/>
              <a:t>volores</a:t>
            </a:r>
            <a:r>
              <a:rPr lang="de-CH" noProof="0" dirty="0"/>
              <a:t> </a:t>
            </a:r>
            <a:r>
              <a:rPr lang="de-CH" noProof="0" dirty="0" err="1"/>
              <a:t>tincipicid</a:t>
            </a:r>
            <a:r>
              <a:rPr lang="de-CH" noProof="0" dirty="0"/>
              <a:t> quo </a:t>
            </a:r>
            <a:r>
              <a:rPr lang="de-CH" noProof="0" dirty="0" err="1"/>
              <a:t>etum</a:t>
            </a:r>
            <a:r>
              <a:rPr lang="de-CH" noProof="0" dirty="0"/>
              <a:t> </a:t>
            </a:r>
            <a:r>
              <a:rPr lang="de-CH" noProof="0" dirty="0" err="1"/>
              <a:t>audiaer</a:t>
            </a:r>
            <a:r>
              <a:rPr lang="de-CH" noProof="0" dirty="0"/>
              <a:t> </a:t>
            </a:r>
            <a:r>
              <a:rPr lang="de-CH" noProof="0" dirty="0" err="1"/>
              <a:t>eribeatia</a:t>
            </a:r>
            <a:r>
              <a:rPr lang="de-CH" noProof="0" dirty="0"/>
              <a:t> </a:t>
            </a:r>
            <a:r>
              <a:rPr lang="de-CH" noProof="0" dirty="0" err="1"/>
              <a:t>ditias</a:t>
            </a:r>
            <a:r>
              <a:rPr lang="de-CH" noProof="0" dirty="0"/>
              <a:t> </a:t>
            </a:r>
            <a:r>
              <a:rPr lang="de-CH" noProof="0" dirty="0" err="1"/>
              <a:t>ea</a:t>
            </a:r>
            <a:r>
              <a:rPr lang="de-CH" noProof="0" dirty="0"/>
              <a:t> </a:t>
            </a:r>
            <a:r>
              <a:rPr lang="de-CH" noProof="0" dirty="0" err="1"/>
              <a:t>volessum</a:t>
            </a:r>
            <a:r>
              <a:rPr lang="de-CH" noProof="0" dirty="0"/>
              <a:t> </a:t>
            </a:r>
            <a:r>
              <a:rPr lang="de-CH" noProof="0" dirty="0" err="1"/>
              <a:t>culparum</a:t>
            </a:r>
            <a:r>
              <a:rPr lang="de-CH" noProof="0" dirty="0"/>
              <a:t> </a:t>
            </a:r>
            <a:r>
              <a:rPr lang="de-CH" noProof="0" dirty="0" err="1"/>
              <a:t>Accabores</a:t>
            </a:r>
            <a:r>
              <a:rPr lang="de-CH" noProof="0" dirty="0"/>
              <a:t> </a:t>
            </a:r>
            <a:r>
              <a:rPr lang="de-CH" noProof="0" dirty="0" err="1"/>
              <a:t>minctur</a:t>
            </a:r>
            <a:r>
              <a:rPr lang="de-CH" noProof="0" dirty="0"/>
              <a:t> </a:t>
            </a:r>
            <a:r>
              <a:rPr lang="de-CH" noProof="0" dirty="0" err="1"/>
              <a:t>suntus</a:t>
            </a:r>
            <a:r>
              <a:rPr lang="de-CH" noProof="0" dirty="0"/>
              <a:t> </a:t>
            </a:r>
            <a:r>
              <a:rPr lang="de-CH" noProof="0" dirty="0" err="1"/>
              <a:t>voleculleni</a:t>
            </a:r>
            <a:r>
              <a:rPr lang="de-CH" noProof="0" dirty="0"/>
              <a:t> </a:t>
            </a:r>
            <a:r>
              <a:rPr lang="de-CH" noProof="0" dirty="0" err="1"/>
              <a:t>Utet</a:t>
            </a:r>
            <a:r>
              <a:rPr lang="de-CH" noProof="0" dirty="0"/>
              <a:t> </a:t>
            </a:r>
            <a:r>
              <a:rPr lang="de-CH" noProof="0" dirty="0" err="1"/>
              <a:t>eum</a:t>
            </a:r>
            <a:r>
              <a:rPr lang="de-CH" noProof="0" dirty="0"/>
              <a:t> </a:t>
            </a:r>
            <a:r>
              <a:rPr lang="de-CH" noProof="0" dirty="0" err="1"/>
              <a:t>quis</a:t>
            </a:r>
            <a:r>
              <a:rPr lang="de-CH" noProof="0" dirty="0"/>
              <a:t> </a:t>
            </a:r>
            <a:r>
              <a:rPr lang="de-CH" noProof="0" dirty="0" err="1"/>
              <a:t>magnima</a:t>
            </a:r>
            <a:r>
              <a:rPr lang="de-CH" noProof="0" dirty="0"/>
              <a:t> </a:t>
            </a:r>
            <a:r>
              <a:rPr lang="de-CH" noProof="0" dirty="0" err="1"/>
              <a:t>Gnatquam</a:t>
            </a:r>
            <a:r>
              <a:rPr lang="de-CH" noProof="0" dirty="0"/>
              <a:t>, </a:t>
            </a:r>
            <a:r>
              <a:rPr lang="de-CH" noProof="0" dirty="0" err="1"/>
              <a:t>eat</a:t>
            </a:r>
            <a:r>
              <a:rPr lang="de-CH" noProof="0" dirty="0"/>
              <a:t> </a:t>
            </a:r>
            <a:r>
              <a:rPr lang="de-CH" noProof="0" dirty="0" err="1"/>
              <a:t>quid</a:t>
            </a:r>
            <a:r>
              <a:rPr lang="de-CH" noProof="0" dirty="0"/>
              <a:t> </a:t>
            </a:r>
            <a:r>
              <a:rPr lang="de-CH" noProof="0" dirty="0" err="1"/>
              <a:t>qui</a:t>
            </a:r>
            <a:r>
              <a:rPr lang="de-CH" noProof="0" dirty="0"/>
              <a:t> </a:t>
            </a:r>
            <a:r>
              <a:rPr lang="de-CH" noProof="0" dirty="0" err="1"/>
              <a:t>consecum</a:t>
            </a:r>
            <a:r>
              <a:rPr lang="de-CH" noProof="0" dirty="0"/>
              <a:t> </a:t>
            </a:r>
            <a:r>
              <a:rPr lang="de-CH" noProof="0" dirty="0" err="1"/>
              <a:t>Nulland</a:t>
            </a:r>
            <a:r>
              <a:rPr lang="de-CH" noProof="0" dirty="0"/>
              <a:t> </a:t>
            </a:r>
            <a:r>
              <a:rPr lang="de-CH" noProof="0" dirty="0" err="1"/>
              <a:t>amusand</a:t>
            </a:r>
            <a:r>
              <a:rPr lang="de-CH" noProof="0" dirty="0"/>
              <a:t> </a:t>
            </a:r>
            <a:r>
              <a:rPr lang="de-CH" noProof="0" dirty="0" err="1"/>
              <a:t>ipissi</a:t>
            </a:r>
            <a:r>
              <a:rPr lang="de-CH" noProof="0" dirty="0"/>
              <a:t> </a:t>
            </a:r>
            <a:r>
              <a:rPr lang="de-CH" noProof="0" dirty="0" err="1"/>
              <a:t>coreped</a:t>
            </a:r>
            <a:r>
              <a:rPr lang="de-CH" noProof="0" dirty="0"/>
              <a:t> </a:t>
            </a:r>
            <a:r>
              <a:rPr lang="de-CH" noProof="0" dirty="0" err="1"/>
              <a:t>Molupta</a:t>
            </a:r>
            <a:r>
              <a:rPr lang="de-CH" noProof="0" dirty="0"/>
              <a:t> </a:t>
            </a:r>
            <a:r>
              <a:rPr lang="de-CH" noProof="0" dirty="0" err="1"/>
              <a:t>pre</a:t>
            </a:r>
            <a:r>
              <a:rPr lang="de-CH" noProof="0" dirty="0"/>
              <a:t>, </a:t>
            </a:r>
            <a:r>
              <a:rPr lang="de-CH" noProof="0" dirty="0" err="1"/>
              <a:t>quistotae</a:t>
            </a:r>
            <a:r>
              <a:rPr lang="de-CH" noProof="0" dirty="0"/>
              <a:t> </a:t>
            </a:r>
            <a:r>
              <a:rPr lang="de-CH" noProof="0" dirty="0" err="1"/>
              <a:t>sit</a:t>
            </a:r>
            <a:r>
              <a:rPr lang="de-CH" noProof="0" dirty="0"/>
              <a:t> Volum </a:t>
            </a:r>
            <a:r>
              <a:rPr lang="de-CH" noProof="0" dirty="0" err="1"/>
              <a:t>doluptat</a:t>
            </a:r>
            <a:r>
              <a:rPr lang="de-CH" noProof="0" dirty="0"/>
              <a:t> </a:t>
            </a:r>
            <a:r>
              <a:rPr lang="de-CH" noProof="0" dirty="0" err="1"/>
              <a:t>aliti</a:t>
            </a:r>
            <a:r>
              <a:rPr lang="de-CH" noProof="0" dirty="0"/>
              <a:t> cum et </a:t>
            </a:r>
            <a:r>
              <a:rPr lang="de-CH" noProof="0" dirty="0" err="1"/>
              <a:t>fugit</a:t>
            </a:r>
            <a:r>
              <a:rPr lang="de-CH" noProof="0" dirty="0"/>
              <a:t> </a:t>
            </a:r>
            <a:r>
              <a:rPr lang="de-CH" noProof="0" dirty="0" err="1"/>
              <a:t>latia</a:t>
            </a:r>
            <a:endParaRPr lang="de-CH" noProof="0" dirty="0"/>
          </a:p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19100" y="6620400"/>
            <a:ext cx="11880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50">
                <a:solidFill>
                  <a:schemeClr val="tx1"/>
                </a:solidFill>
              </a:defRPr>
            </a:lvl1pPr>
          </a:lstStyle>
          <a:p>
            <a:fld id="{333A817E-8C9A-4979-85BF-24DD959E70E4}" type="datetimeFigureOut">
              <a:rPr lang="de-CH" smtClean="0"/>
              <a:t>19.01.2026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67508" y="6620400"/>
            <a:ext cx="81000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50" b="1">
                <a:solidFill>
                  <a:schemeClr val="tx1"/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50">
                <a:solidFill>
                  <a:schemeClr val="tx1"/>
                </a:solidFill>
              </a:defRPr>
            </a:lvl1pPr>
          </a:lstStyle>
          <a:p>
            <a:fld id="{CA373400-0F2D-4680-ABB3-51F5BD2155F3}" type="slidenum">
              <a:rPr lang="de-CH" smtClean="0"/>
              <a:t>‹#›</a:t>
            </a:fld>
            <a:endParaRPr lang="de-CH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C703539-8E35-D069-DBD5-3A4DCC125A4D}"/>
              </a:ext>
            </a:extLst>
          </p:cNvPr>
          <p:cNvSpPr txBox="1"/>
          <p:nvPr/>
        </p:nvSpPr>
        <p:spPr>
          <a:xfrm rot="5400000">
            <a:off x="11394044" y="5941110"/>
            <a:ext cx="1753783" cy="61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CH" sz="400" spc="40" baseline="0" dirty="0">
                <a:solidFill>
                  <a:schemeClr val="bg1">
                    <a:lumMod val="85000"/>
                  </a:schemeClr>
                </a:solidFill>
              </a:rPr>
              <a:t>Erstellt durch Vorlagenbauer.ch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BBC21AA-03C3-7EDE-BB82-F15F9CEADEFF}"/>
              </a:ext>
            </a:extLst>
          </p:cNvPr>
          <p:cNvSpPr txBox="1"/>
          <p:nvPr/>
        </p:nvSpPr>
        <p:spPr>
          <a:xfrm>
            <a:off x="10337824" y="6618222"/>
            <a:ext cx="936104" cy="1461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de-DE"/>
            </a:defPPr>
            <a:lvl1pPr>
              <a:defRPr sz="950" b="1"/>
            </a:lvl1pPr>
          </a:lstStyle>
          <a:p>
            <a:pPr lvl="0" algn="r"/>
            <a:r>
              <a:rPr lang="de-CH" dirty="0"/>
              <a:t>www.fhnw.ch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06154B07-4818-94B8-B668-944630A5646D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00" y="212400"/>
            <a:ext cx="1845558" cy="4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604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+mj-lt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88900" indent="-889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268288" indent="-90488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449263" indent="-889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25475" indent="-889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64">
          <p15:clr>
            <a:srgbClr val="A4A3A4"/>
          </p15:clr>
        </p15:guide>
        <p15:guide id="2" pos="7197">
          <p15:clr>
            <a:srgbClr val="A4A3A4"/>
          </p15:clr>
        </p15:guide>
        <p15:guide id="3" orient="horz" pos="3896">
          <p15:clr>
            <a:srgbClr val="A4A3A4"/>
          </p15:clr>
        </p15:guide>
        <p15:guide id="4" orient="horz" pos="1242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58447-CFB6-BE45-F790-7D8459EC32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 err="1"/>
              <a:t>Funytoin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84C960-B6B1-8D0A-EB1E-D7C07F3641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Transition </a:t>
            </a:r>
            <a:r>
              <a:rPr lang="de-CH" dirty="0" err="1"/>
              <a:t>from</a:t>
            </a:r>
            <a:r>
              <a:rPr lang="de-CH" dirty="0"/>
              <a:t> IV </a:t>
            </a:r>
            <a:r>
              <a:rPr lang="de-CH" dirty="0" err="1"/>
              <a:t>to</a:t>
            </a:r>
            <a:r>
              <a:rPr lang="de-CH" dirty="0"/>
              <a:t> a </a:t>
            </a:r>
            <a:r>
              <a:rPr lang="de-CH" dirty="0" err="1"/>
              <a:t>tablet</a:t>
            </a:r>
            <a:endParaRPr lang="de-D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A4A26B-0C0F-2A4D-E267-E2047988DA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dirty="0"/>
              <a:t>Denis Schatzmann</a:t>
            </a:r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402DBA-8000-06CF-0862-E359EE9FC5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48410948-3994-F32E-A4FE-DD77C03CFDB9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l="2343" r="2343"/>
          <a:stretch/>
        </p:blipFill>
        <p:spPr>
          <a:prstGeom prst="rect">
            <a:avLst/>
          </a:prstGeom>
          <a:solidFill>
            <a:srgbClr val="5B9BD5">
              <a:lumMod val="40000"/>
              <a:lumOff val="60000"/>
            </a:srgbClr>
          </a:solidFill>
        </p:spPr>
      </p:pic>
    </p:spTree>
    <p:extLst>
      <p:ext uri="{BB962C8B-B14F-4D97-AF65-F5344CB8AC3E}">
        <p14:creationId xmlns:p14="http://schemas.microsoft.com/office/powerpoint/2010/main" val="1073129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8D170-EA88-C244-04B4-70DC77E37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Research </a:t>
            </a:r>
            <a:r>
              <a:rPr lang="de-CH" dirty="0" err="1"/>
              <a:t>question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97036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BAB46-3B91-F564-2316-2CFDEC1B2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Research </a:t>
            </a:r>
            <a:r>
              <a:rPr lang="de-CH" dirty="0" err="1"/>
              <a:t>question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9EF50-B5A9-5D15-9F92-0EA49F432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222" y="2131454"/>
            <a:ext cx="11012400" cy="4053447"/>
          </a:xfrm>
        </p:spPr>
        <p:txBody>
          <a:bodyPr/>
          <a:lstStyle/>
          <a:p>
            <a:r>
              <a:rPr lang="en-US" sz="1800" dirty="0"/>
              <a:t>Primary objective: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What dose for tablets matches the AUC 0h-6h of 150 mg </a:t>
            </a:r>
            <a:r>
              <a:rPr lang="en-US" sz="1800" dirty="0" err="1"/>
              <a:t>Funytoin</a:t>
            </a:r>
            <a:r>
              <a:rPr lang="en-US" sz="1800" dirty="0"/>
              <a:t> IV in patients weighting 70 kg?</a:t>
            </a:r>
          </a:p>
        </p:txBody>
      </p:sp>
    </p:spTree>
    <p:extLst>
      <p:ext uri="{BB962C8B-B14F-4D97-AF65-F5344CB8AC3E}">
        <p14:creationId xmlns:p14="http://schemas.microsoft.com/office/powerpoint/2010/main" val="3316434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59F13-947A-CE10-A54C-7472F7EA6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5FD69-3F96-1211-58B6-5E4FB2629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Research </a:t>
            </a:r>
            <a:r>
              <a:rPr lang="de-CH" dirty="0" err="1"/>
              <a:t>question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87C1A-2F23-8436-8B20-59A44795F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222" y="2131454"/>
            <a:ext cx="11012400" cy="4053447"/>
          </a:xfrm>
        </p:spPr>
        <p:txBody>
          <a:bodyPr/>
          <a:lstStyle/>
          <a:p>
            <a:r>
              <a:rPr lang="en-US" sz="1800" dirty="0"/>
              <a:t>Secondary objectives: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What is the absolute bioavailability (F) of the oral tablet?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What is the variability between patients?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What is the impact of the covariates on the clearance and volume of distribution?</a:t>
            </a: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243035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0F86B-C62D-5160-FF20-01F47F4F2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Data </a:t>
            </a:r>
            <a:r>
              <a:rPr lang="de-CH" dirty="0" err="1"/>
              <a:t>overview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43819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B785E-A44A-0973-A0E9-1F43A17BE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Observed</a:t>
            </a:r>
            <a:r>
              <a:rPr lang="de-CH" dirty="0"/>
              <a:t> </a:t>
            </a:r>
            <a:r>
              <a:rPr lang="de-CH" dirty="0" err="1"/>
              <a:t>data</a:t>
            </a:r>
            <a:endParaRPr lang="de-D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C64B23-B8A3-BB01-FC4B-9AE81E613C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6554" y="763528"/>
            <a:ext cx="6034692" cy="5614556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57C4F-2B74-6D1F-ADF6-A8383CC9E20C}"/>
              </a:ext>
            </a:extLst>
          </p:cNvPr>
          <p:cNvSpPr txBox="1">
            <a:spLocks/>
          </p:cNvSpPr>
          <p:nvPr/>
        </p:nvSpPr>
        <p:spPr>
          <a:xfrm>
            <a:off x="399222" y="1973011"/>
            <a:ext cx="11012400" cy="42118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8900" indent="-88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68288" indent="-904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49263" indent="-88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5475" indent="-88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64 </a:t>
            </a:r>
            <a:r>
              <a:rPr lang="de-CH" dirty="0" err="1"/>
              <a:t>Patients</a:t>
            </a:r>
            <a:endParaRPr lang="de-CH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9 </a:t>
            </a:r>
            <a:r>
              <a:rPr lang="de-CH" dirty="0" err="1"/>
              <a:t>measurements</a:t>
            </a:r>
            <a:r>
              <a:rPr lang="de-CH" dirty="0"/>
              <a:t> </a:t>
            </a:r>
            <a:r>
              <a:rPr lang="de-CH" dirty="0" err="1"/>
              <a:t>each</a:t>
            </a:r>
            <a:endParaRPr lang="de-CH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IV and oral route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05898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32831-5430-E2BD-5C7D-F7707BFBD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Distribution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gender</a:t>
            </a:r>
            <a:endParaRPr lang="de-DE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78350BE-E72C-707C-4BFB-BC498936CF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82014" y="1973263"/>
            <a:ext cx="5645385" cy="421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872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7304B-C431-F8D3-ADDF-BC93C6D90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Distribution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weight</a:t>
            </a:r>
            <a:endParaRPr lang="de-D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462DF2-5250-1D4E-4C75-AE9C5D0DB9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2014" y="1973263"/>
            <a:ext cx="5645385" cy="421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362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E4042-AB8D-4479-976C-C6C0AFE0A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Gender </a:t>
            </a:r>
            <a:r>
              <a:rPr lang="de-CH" dirty="0" err="1"/>
              <a:t>vs</a:t>
            </a:r>
            <a:r>
              <a:rPr lang="de-CH" dirty="0"/>
              <a:t> </a:t>
            </a:r>
            <a:r>
              <a:rPr lang="de-CH" dirty="0" err="1"/>
              <a:t>Weight</a:t>
            </a:r>
            <a:endParaRPr lang="de-D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615B64-0182-0A57-339A-A08B017F64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8958" y="1973263"/>
            <a:ext cx="5831497" cy="421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653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CAD73-142E-D947-7E94-BC8EF0EB5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Final </a:t>
            </a:r>
            <a:r>
              <a:rPr lang="de-CH" dirty="0" err="1"/>
              <a:t>model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5939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8B0AF-09FD-79AA-96E7-A6856E501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Strucutral</a:t>
            </a:r>
            <a:r>
              <a:rPr lang="de-CH" dirty="0"/>
              <a:t> </a:t>
            </a:r>
            <a:r>
              <a:rPr lang="de-CH" dirty="0" err="1"/>
              <a:t>model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DF7E4-27DC-D8C2-F808-F96410217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222" y="1973011"/>
            <a:ext cx="5383392" cy="4211889"/>
          </a:xfrm>
        </p:spPr>
        <p:txBody>
          <a:bodyPr/>
          <a:lstStyle/>
          <a:p>
            <a:r>
              <a:rPr lang="de-DE" dirty="0"/>
              <a:t>[LONGITUDINAL]</a:t>
            </a:r>
          </a:p>
          <a:p>
            <a:r>
              <a:rPr lang="de-DE" dirty="0" err="1"/>
              <a:t>input</a:t>
            </a:r>
            <a:r>
              <a:rPr lang="de-DE" dirty="0"/>
              <a:t> = {F, </a:t>
            </a:r>
            <a:r>
              <a:rPr lang="de-DE" dirty="0" err="1"/>
              <a:t>ka</a:t>
            </a:r>
            <a:r>
              <a:rPr lang="de-DE" dirty="0"/>
              <a:t>, V, Cl}</a:t>
            </a:r>
          </a:p>
          <a:p>
            <a:endParaRPr lang="de-DE" dirty="0"/>
          </a:p>
          <a:p>
            <a:r>
              <a:rPr lang="de-DE" dirty="0"/>
              <a:t>PK:</a:t>
            </a:r>
          </a:p>
          <a:p>
            <a:r>
              <a:rPr lang="de-DE" dirty="0"/>
              <a:t>; PK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definition</a:t>
            </a:r>
            <a:endParaRPr lang="de-DE" dirty="0"/>
          </a:p>
          <a:p>
            <a:r>
              <a:rPr lang="de-DE" dirty="0" err="1"/>
              <a:t>compartment</a:t>
            </a:r>
            <a:r>
              <a:rPr lang="de-DE" dirty="0"/>
              <a:t>(</a:t>
            </a:r>
            <a:r>
              <a:rPr lang="de-DE" dirty="0" err="1"/>
              <a:t>cmt</a:t>
            </a:r>
            <a:r>
              <a:rPr lang="de-DE" dirty="0"/>
              <a:t> = 1, </a:t>
            </a:r>
            <a:r>
              <a:rPr lang="de-DE" dirty="0" err="1"/>
              <a:t>volume</a:t>
            </a:r>
            <a:r>
              <a:rPr lang="de-DE" dirty="0"/>
              <a:t> = V, </a:t>
            </a:r>
            <a:r>
              <a:rPr lang="de-DE" dirty="0" err="1"/>
              <a:t>concentration</a:t>
            </a:r>
            <a:r>
              <a:rPr lang="de-DE" dirty="0"/>
              <a:t> = Cc)</a:t>
            </a:r>
          </a:p>
          <a:p>
            <a:endParaRPr lang="de-DE" dirty="0"/>
          </a:p>
          <a:p>
            <a:r>
              <a:rPr lang="de-DE" dirty="0"/>
              <a:t>; IV Administration (Matches Data ADM=2)</a:t>
            </a:r>
          </a:p>
          <a:p>
            <a:r>
              <a:rPr lang="de-DE" dirty="0"/>
              <a:t>iv(</a:t>
            </a:r>
            <a:r>
              <a:rPr lang="de-DE" dirty="0" err="1"/>
              <a:t>adm</a:t>
            </a:r>
            <a:r>
              <a:rPr lang="de-DE" dirty="0"/>
              <a:t> = 2, </a:t>
            </a:r>
            <a:r>
              <a:rPr lang="de-DE" dirty="0" err="1"/>
              <a:t>cmt</a:t>
            </a:r>
            <a:r>
              <a:rPr lang="de-DE" dirty="0"/>
              <a:t> = 1)</a:t>
            </a:r>
          </a:p>
          <a:p>
            <a:endParaRPr lang="de-DE" dirty="0"/>
          </a:p>
          <a:p>
            <a:r>
              <a:rPr lang="de-DE" dirty="0"/>
              <a:t>; Oral Administration (Matches Data ADM=1)</a:t>
            </a:r>
          </a:p>
          <a:p>
            <a:r>
              <a:rPr lang="de-DE" dirty="0"/>
              <a:t>; </a:t>
            </a:r>
            <a:r>
              <a:rPr lang="de-DE" dirty="0" err="1"/>
              <a:t>Uses</a:t>
            </a:r>
            <a:r>
              <a:rPr lang="de-DE" dirty="0"/>
              <a:t> First-Order Absorption (</a:t>
            </a:r>
            <a:r>
              <a:rPr lang="de-DE" dirty="0" err="1"/>
              <a:t>ka</a:t>
            </a:r>
            <a:r>
              <a:rPr lang="de-DE" dirty="0"/>
              <a:t>) and </a:t>
            </a:r>
            <a:r>
              <a:rPr lang="de-DE" dirty="0" err="1"/>
              <a:t>Bioavailability</a:t>
            </a:r>
            <a:r>
              <a:rPr lang="de-DE" dirty="0"/>
              <a:t> (F)</a:t>
            </a:r>
          </a:p>
          <a:p>
            <a:r>
              <a:rPr lang="de-DE" dirty="0"/>
              <a:t>oral(</a:t>
            </a:r>
            <a:r>
              <a:rPr lang="de-DE" dirty="0" err="1"/>
              <a:t>adm</a:t>
            </a:r>
            <a:r>
              <a:rPr lang="de-DE" dirty="0"/>
              <a:t> = 1, </a:t>
            </a:r>
            <a:r>
              <a:rPr lang="de-DE" dirty="0" err="1"/>
              <a:t>cmt</a:t>
            </a:r>
            <a:r>
              <a:rPr lang="de-DE" dirty="0"/>
              <a:t> = 1, </a:t>
            </a:r>
            <a:r>
              <a:rPr lang="de-DE" dirty="0" err="1"/>
              <a:t>ka</a:t>
            </a:r>
            <a:r>
              <a:rPr lang="de-DE" dirty="0"/>
              <a:t>, p = F)</a:t>
            </a:r>
          </a:p>
          <a:p>
            <a:endParaRPr lang="de-DE" dirty="0"/>
          </a:p>
          <a:p>
            <a:r>
              <a:rPr lang="de-DE" dirty="0" err="1"/>
              <a:t>elimination</a:t>
            </a:r>
            <a:r>
              <a:rPr lang="de-DE" dirty="0"/>
              <a:t>(</a:t>
            </a:r>
            <a:r>
              <a:rPr lang="de-DE" dirty="0" err="1"/>
              <a:t>cmt</a:t>
            </a:r>
            <a:r>
              <a:rPr lang="de-DE" dirty="0"/>
              <a:t> = 1, Cl)</a:t>
            </a:r>
          </a:p>
          <a:p>
            <a:endParaRPr lang="de-DE" dirty="0"/>
          </a:p>
          <a:p>
            <a:r>
              <a:rPr lang="de-DE" dirty="0"/>
              <a:t>OUTPUT:</a:t>
            </a:r>
          </a:p>
          <a:p>
            <a:r>
              <a:rPr lang="de-DE" dirty="0" err="1"/>
              <a:t>output</a:t>
            </a:r>
            <a:r>
              <a:rPr lang="de-DE" dirty="0"/>
              <a:t> = {Cc}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B564846-B473-F1FB-A397-2AFD2205314D}"/>
              </a:ext>
            </a:extLst>
          </p:cNvPr>
          <p:cNvSpPr txBox="1">
            <a:spLocks/>
          </p:cNvSpPr>
          <p:nvPr/>
        </p:nvSpPr>
        <p:spPr>
          <a:xfrm>
            <a:off x="6409386" y="1973011"/>
            <a:ext cx="5383392" cy="42118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8900" indent="-88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68288" indent="-904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49263" indent="-88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5475" indent="-88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E38E991-FED3-314F-6BD1-AE33AB477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9386" y="1662815"/>
            <a:ext cx="5383393" cy="22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PK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altLang="de-DE" dirty="0" err="1">
                <a:latin typeface="Arial" panose="020B0604020202020204" pitchFamily="34" charset="0"/>
              </a:rPr>
              <a:t>One-compartment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model</a:t>
            </a:r>
            <a:endParaRPr lang="de-DE" altLang="de-DE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altLang="de-DE" dirty="0">
                <a:latin typeface="Arial" panose="020B0604020202020204" pitchFamily="34" charset="0"/>
              </a:rPr>
              <a:t>Linear </a:t>
            </a:r>
            <a:r>
              <a:rPr lang="de-DE" altLang="de-DE" dirty="0" err="1">
                <a:latin typeface="Arial" panose="020B0604020202020204" pitchFamily="34" charset="0"/>
              </a:rPr>
              <a:t>elimination</a:t>
            </a:r>
            <a:endParaRPr lang="de-DE" altLang="de-DE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de-DE" altLang="de-DE" dirty="0">
                <a:latin typeface="Arial" panose="020B0604020202020204" pitchFamily="34" charset="0"/>
              </a:rPr>
              <a:t>dministration IV and oral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Estimation</a:t>
            </a:r>
            <a:r>
              <a:rPr lang="de-DE" altLang="de-DE" dirty="0" err="1">
                <a:latin typeface="Arial" panose="020B0604020202020204" pitchFamily="34" charset="0"/>
              </a:rPr>
              <a:t>s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for</a:t>
            </a:r>
            <a:r>
              <a:rPr lang="de-DE" altLang="de-DE" dirty="0">
                <a:latin typeface="Arial" panose="020B0604020202020204" pitchFamily="34" charset="0"/>
              </a:rPr>
              <a:t> Cl, V, </a:t>
            </a:r>
            <a:r>
              <a:rPr lang="de-DE" altLang="de-DE" dirty="0" err="1">
                <a:latin typeface="Arial" panose="020B0604020202020204" pitchFamily="34" charset="0"/>
              </a:rPr>
              <a:t>ka</a:t>
            </a:r>
            <a:r>
              <a:rPr lang="de-DE" altLang="de-DE" dirty="0">
                <a:latin typeface="Arial" panose="020B0604020202020204" pitchFamily="34" charset="0"/>
              </a:rPr>
              <a:t>, F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altLang="de-DE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029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C0DC4-6D27-83F5-E7BD-0D25EB576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Error </a:t>
            </a:r>
            <a:r>
              <a:rPr lang="de-CH" dirty="0" err="1"/>
              <a:t>model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7F98-648D-348B-1DD4-07414C0CB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 err="1"/>
              <a:t>Combined</a:t>
            </a:r>
            <a:r>
              <a:rPr lang="de-CH" dirty="0"/>
              <a:t> </a:t>
            </a:r>
            <a:r>
              <a:rPr lang="de-CH" dirty="0" err="1"/>
              <a:t>error</a:t>
            </a:r>
            <a:r>
              <a:rPr lang="de-CH" dirty="0"/>
              <a:t> </a:t>
            </a:r>
            <a:r>
              <a:rPr lang="de-CH" dirty="0" err="1"/>
              <a:t>model</a:t>
            </a:r>
            <a:r>
              <a:rPr lang="de-CH" dirty="0"/>
              <a:t> (additive + proportional)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44111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1B440-3185-7CA0-F35E-FC68BED9E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Random </a:t>
            </a:r>
            <a:r>
              <a:rPr lang="de-CH" dirty="0" err="1"/>
              <a:t>effects</a:t>
            </a:r>
            <a:r>
              <a:rPr lang="de-CH" dirty="0"/>
              <a:t> </a:t>
            </a:r>
            <a:r>
              <a:rPr lang="de-CH" dirty="0" err="1"/>
              <a:t>model</a:t>
            </a:r>
            <a:r>
              <a:rPr lang="de-CH" dirty="0"/>
              <a:t> IIV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02238-0403-FED6-0C24-CFE355AFD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Log-normal </a:t>
            </a:r>
            <a:r>
              <a:rPr lang="de-CH" dirty="0" err="1"/>
              <a:t>distribution</a:t>
            </a:r>
            <a:r>
              <a:rPr lang="de-CH" dirty="0"/>
              <a:t>:</a:t>
            </a:r>
            <a:r>
              <a:rPr lang="de-DE" dirty="0"/>
              <a:t>	CL, V, </a:t>
            </a:r>
            <a:r>
              <a:rPr lang="de-DE" dirty="0" err="1"/>
              <a:t>ka</a:t>
            </a:r>
            <a:endParaRPr lang="de-DE" dirty="0"/>
          </a:p>
          <a:p>
            <a:r>
              <a:rPr lang="de-DE" dirty="0"/>
              <a:t>Logit-normal </a:t>
            </a:r>
            <a:r>
              <a:rPr lang="de-DE" dirty="0" err="1"/>
              <a:t>distribution</a:t>
            </a:r>
            <a:r>
              <a:rPr lang="de-DE" dirty="0"/>
              <a:t>: 	F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658526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CAA0C-F2F8-7A06-46E3-8305F4267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Used</a:t>
            </a:r>
            <a:r>
              <a:rPr lang="de-CH" dirty="0"/>
              <a:t> </a:t>
            </a:r>
            <a:r>
              <a:rPr lang="de-CH" dirty="0" err="1"/>
              <a:t>covariates</a:t>
            </a:r>
            <a:endParaRPr lang="de-D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F2B9CE-4508-C857-083D-2DA757A527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9222" y="1893936"/>
            <a:ext cx="11012487" cy="22710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DCEE7E-0DD6-C852-3E63-E503F9BE9575}"/>
              </a:ext>
            </a:extLst>
          </p:cNvPr>
          <p:cNvSpPr txBox="1"/>
          <p:nvPr/>
        </p:nvSpPr>
        <p:spPr>
          <a:xfrm>
            <a:off x="399222" y="4855335"/>
            <a:ext cx="10819194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 err="1"/>
              <a:t>Bodyweight</a:t>
            </a:r>
            <a:r>
              <a:rPr lang="de-CH" dirty="0"/>
              <a:t> </a:t>
            </a:r>
            <a:r>
              <a:rPr lang="de-CH" dirty="0" err="1"/>
              <a:t>used</a:t>
            </a:r>
            <a:r>
              <a:rPr lang="de-CH" dirty="0"/>
              <a:t>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clearance</a:t>
            </a:r>
            <a:endParaRPr lang="de-CH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Log-</a:t>
            </a:r>
            <a:r>
              <a:rPr lang="de-CH" dirty="0" err="1"/>
              <a:t>bodyweight</a:t>
            </a:r>
            <a:r>
              <a:rPr lang="de-CH" dirty="0"/>
              <a:t> </a:t>
            </a:r>
            <a:r>
              <a:rPr lang="de-CH" dirty="0" err="1"/>
              <a:t>used</a:t>
            </a:r>
            <a:r>
              <a:rPr lang="de-CH" dirty="0"/>
              <a:t> </a:t>
            </a:r>
            <a:r>
              <a:rPr lang="de-CH" dirty="0" err="1"/>
              <a:t>for</a:t>
            </a:r>
            <a:r>
              <a:rPr lang="de-CH" dirty="0"/>
              <a:t> Volume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distribution</a:t>
            </a:r>
            <a:endParaRPr lang="de-CH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Sex </a:t>
            </a:r>
            <a:r>
              <a:rPr lang="de-CH" dirty="0" err="1"/>
              <a:t>used</a:t>
            </a:r>
            <a:r>
              <a:rPr lang="de-CH" dirty="0"/>
              <a:t>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absorbtion</a:t>
            </a:r>
            <a:r>
              <a:rPr lang="de-CH" dirty="0"/>
              <a:t>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 err="1"/>
              <a:t>Correlations</a:t>
            </a:r>
            <a:r>
              <a:rPr lang="de-CH" dirty="0"/>
              <a:t> </a:t>
            </a:r>
            <a:r>
              <a:rPr lang="de-CH" dirty="0" err="1"/>
              <a:t>between</a:t>
            </a:r>
            <a:r>
              <a:rPr lang="de-CH" dirty="0"/>
              <a:t> all PK </a:t>
            </a:r>
            <a:r>
              <a:rPr lang="de-CH" dirty="0" err="1"/>
              <a:t>parameters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99218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783A8-8DA1-3B3D-CE96-890A77153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Results</a:t>
            </a:r>
            <a:endParaRPr lang="de-DE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D242088-B96F-74AB-A24B-121F5BD768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41310" y="226551"/>
            <a:ext cx="6404211" cy="5958349"/>
          </a:xfrm>
        </p:spPr>
      </p:pic>
    </p:spTree>
    <p:extLst>
      <p:ext uri="{BB962C8B-B14F-4D97-AF65-F5344CB8AC3E}">
        <p14:creationId xmlns:p14="http://schemas.microsoft.com/office/powerpoint/2010/main" val="2312784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F96F6-0D03-12AB-A7C1-E3C62BBFE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Residuals</a:t>
            </a:r>
            <a:endParaRPr lang="de-D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1F1070-A589-A6A4-BB9C-76A77ACB77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41310" y="310427"/>
            <a:ext cx="6314059" cy="5874473"/>
          </a:xfrm>
        </p:spPr>
      </p:pic>
    </p:spTree>
    <p:extLst>
      <p:ext uri="{BB962C8B-B14F-4D97-AF65-F5344CB8AC3E}">
        <p14:creationId xmlns:p14="http://schemas.microsoft.com/office/powerpoint/2010/main" val="1721549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A4DF7-5A80-1349-7673-CBF692479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VPC</a:t>
            </a:r>
            <a:endParaRPr lang="de-DE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1B148C34-96D7-B3C1-6C81-FD7BF6E141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469" y="86100"/>
            <a:ext cx="8209722" cy="6392986"/>
          </a:xfrm>
        </p:spPr>
      </p:pic>
    </p:spTree>
    <p:extLst>
      <p:ext uri="{BB962C8B-B14F-4D97-AF65-F5344CB8AC3E}">
        <p14:creationId xmlns:p14="http://schemas.microsoft.com/office/powerpoint/2010/main" val="15246467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F3BC9-AC13-7338-00B4-6BBCECAAE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Estimated</a:t>
            </a:r>
            <a:r>
              <a:rPr lang="de-CH" dirty="0"/>
              <a:t> </a:t>
            </a:r>
            <a:r>
              <a:rPr lang="de-CH" dirty="0" err="1"/>
              <a:t>parameters</a:t>
            </a:r>
            <a:endParaRPr lang="de-D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F39D0DF-FB1F-2829-08E9-13D14A6E66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1105403"/>
              </p:ext>
            </p:extLst>
          </p:nvPr>
        </p:nvGraphicFramePr>
        <p:xfrm>
          <a:off x="2262633" y="2121468"/>
          <a:ext cx="7468452" cy="3566160"/>
        </p:xfrm>
        <a:graphic>
          <a:graphicData uri="http://schemas.openxmlformats.org/drawingml/2006/table">
            <a:tbl>
              <a:tblPr/>
              <a:tblGrid>
                <a:gridCol w="1768844">
                  <a:extLst>
                    <a:ext uri="{9D8B030D-6E8A-4147-A177-3AD203B41FA5}">
                      <a16:colId xmlns:a16="http://schemas.microsoft.com/office/drawing/2014/main" val="1499709156"/>
                    </a:ext>
                  </a:extLst>
                </a:gridCol>
                <a:gridCol w="2161920">
                  <a:extLst>
                    <a:ext uri="{9D8B030D-6E8A-4147-A177-3AD203B41FA5}">
                      <a16:colId xmlns:a16="http://schemas.microsoft.com/office/drawing/2014/main" val="3195973827"/>
                    </a:ext>
                  </a:extLst>
                </a:gridCol>
                <a:gridCol w="1768844">
                  <a:extLst>
                    <a:ext uri="{9D8B030D-6E8A-4147-A177-3AD203B41FA5}">
                      <a16:colId xmlns:a16="http://schemas.microsoft.com/office/drawing/2014/main" val="1947600817"/>
                    </a:ext>
                  </a:extLst>
                </a:gridCol>
                <a:gridCol w="1768844">
                  <a:extLst>
                    <a:ext uri="{9D8B030D-6E8A-4147-A177-3AD203B41FA5}">
                      <a16:colId xmlns:a16="http://schemas.microsoft.com/office/drawing/2014/main" val="1981173155"/>
                    </a:ext>
                  </a:extLst>
                </a:gridCol>
              </a:tblGrid>
              <a:tr h="22225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T w="12700" cmpd="sng">
                      <a:noFill/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T w="12700" cmpd="sng">
                      <a:noFill/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b="1" cap="all" dirty="0">
                          <a:solidFill>
                            <a:srgbClr val="FFFFFF"/>
                          </a:solidFill>
                          <a:effectLst/>
                        </a:rPr>
                        <a:t>S.E.</a:t>
                      </a:r>
                    </a:p>
                  </a:txBody>
                  <a:tcPr marL="44450" marR="44450" anchor="ctr"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b="1" cap="all" dirty="0">
                          <a:solidFill>
                            <a:srgbClr val="FFFFFF"/>
                          </a:solidFill>
                          <a:effectLst/>
                        </a:rPr>
                        <a:t>R.S.E.(%)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744263"/>
                  </a:ext>
                </a:extLst>
              </a:tr>
              <a:tr h="222250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b="1" dirty="0">
                          <a:solidFill>
                            <a:srgbClr val="FFFFFF"/>
                          </a:solidFill>
                          <a:effectLst/>
                        </a:rPr>
                        <a:t>Fixed </a:t>
                      </a:r>
                      <a:r>
                        <a:rPr lang="de-DE" b="1" dirty="0" err="1">
                          <a:solidFill>
                            <a:srgbClr val="FFFFFF"/>
                          </a:solidFill>
                          <a:effectLst/>
                        </a:rPr>
                        <a:t>Effects</a:t>
                      </a:r>
                      <a:endParaRPr lang="de-DE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555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357051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b="1">
                          <a:solidFill>
                            <a:srgbClr val="FFFFFF"/>
                          </a:solidFill>
                          <a:effectLst/>
                        </a:rPr>
                        <a:t>F_pop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dirty="0">
                          <a:effectLst/>
                          <a:latin typeface="Courier New" panose="02070309020205020404" pitchFamily="49" charset="0"/>
                        </a:rPr>
                        <a:t>0.7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>
                          <a:effectLst/>
                          <a:latin typeface="Courier New" panose="02070309020205020404" pitchFamily="49" charset="0"/>
                        </a:rPr>
                        <a:t>0.06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dirty="0">
                          <a:effectLst/>
                          <a:latin typeface="Courier New" panose="02070309020205020404" pitchFamily="49" charset="0"/>
                        </a:rPr>
                        <a:t>8.51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612566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b="1">
                          <a:solidFill>
                            <a:srgbClr val="FFFFFF"/>
                          </a:solidFill>
                          <a:effectLst/>
                        </a:rPr>
                        <a:t>ka_pop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>
                          <a:effectLst/>
                          <a:latin typeface="Courier New" panose="02070309020205020404" pitchFamily="49" charset="0"/>
                        </a:rPr>
                        <a:t>0.56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>
                          <a:effectLst/>
                          <a:latin typeface="Courier New" panose="02070309020205020404" pitchFamily="49" charset="0"/>
                        </a:rPr>
                        <a:t>0.05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>
                          <a:effectLst/>
                          <a:latin typeface="Courier New" panose="02070309020205020404" pitchFamily="49" charset="0"/>
                        </a:rPr>
                        <a:t>8.90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725720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b="1">
                          <a:solidFill>
                            <a:srgbClr val="FFFFFF"/>
                          </a:solidFill>
                          <a:effectLst/>
                        </a:rPr>
                        <a:t>beta_ka_SEX_1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>
                          <a:effectLst/>
                          <a:latin typeface="Courier New" panose="02070309020205020404" pitchFamily="49" charset="0"/>
                        </a:rPr>
                        <a:t>-0.28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>
                          <a:effectLst/>
                          <a:latin typeface="Courier New" panose="02070309020205020404" pitchFamily="49" charset="0"/>
                        </a:rPr>
                        <a:t>0.098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dirty="0">
                          <a:effectLst/>
                          <a:latin typeface="Courier New" panose="02070309020205020404" pitchFamily="49" charset="0"/>
                        </a:rPr>
                        <a:t>35.6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028371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b="1">
                          <a:solidFill>
                            <a:srgbClr val="FFFFFF"/>
                          </a:solidFill>
                          <a:effectLst/>
                        </a:rPr>
                        <a:t>V_pop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>
                          <a:effectLst/>
                          <a:latin typeface="Courier New" panose="02070309020205020404" pitchFamily="49" charset="0"/>
                        </a:rPr>
                        <a:t>70.07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>
                          <a:effectLst/>
                          <a:latin typeface="Courier New" panose="02070309020205020404" pitchFamily="49" charset="0"/>
                        </a:rPr>
                        <a:t>2.29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dirty="0">
                          <a:effectLst/>
                          <a:latin typeface="Courier New" panose="02070309020205020404" pitchFamily="49" charset="0"/>
                        </a:rPr>
                        <a:t>3.27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121969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b="1">
                          <a:solidFill>
                            <a:srgbClr val="FFFFFF"/>
                          </a:solidFill>
                          <a:effectLst/>
                        </a:rPr>
                        <a:t>beta_V_logtWT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>
                          <a:effectLst/>
                          <a:latin typeface="Courier New" panose="02070309020205020404" pitchFamily="49" charset="0"/>
                        </a:rPr>
                        <a:t>1.16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>
                          <a:effectLst/>
                          <a:latin typeface="Courier New" panose="02070309020205020404" pitchFamily="49" charset="0"/>
                        </a:rPr>
                        <a:t>0.15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dirty="0">
                          <a:effectLst/>
                          <a:latin typeface="Courier New" panose="02070309020205020404" pitchFamily="49" charset="0"/>
                        </a:rPr>
                        <a:t>13.3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407307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b="1">
                          <a:solidFill>
                            <a:srgbClr val="FFFFFF"/>
                          </a:solidFill>
                          <a:effectLst/>
                        </a:rPr>
                        <a:t>Cl_pop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>
                          <a:effectLst/>
                          <a:latin typeface="Courier New" panose="02070309020205020404" pitchFamily="49" charset="0"/>
                        </a:rPr>
                        <a:t>2.24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>
                          <a:effectLst/>
                          <a:latin typeface="Courier New" panose="02070309020205020404" pitchFamily="49" charset="0"/>
                        </a:rPr>
                        <a:t>0.56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dirty="0">
                          <a:effectLst/>
                          <a:latin typeface="Courier New" panose="02070309020205020404" pitchFamily="49" charset="0"/>
                        </a:rPr>
                        <a:t>25.1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035458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b="1" dirty="0" err="1">
                          <a:solidFill>
                            <a:srgbClr val="FFFFFF"/>
                          </a:solidFill>
                          <a:effectLst/>
                        </a:rPr>
                        <a:t>beta_Cl_WT</a:t>
                      </a:r>
                      <a:endParaRPr lang="de-DE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>
                          <a:effectLst/>
                          <a:latin typeface="Courier New" panose="02070309020205020404" pitchFamily="49" charset="0"/>
                        </a:rPr>
                        <a:t>0.016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>
                          <a:effectLst/>
                          <a:latin typeface="Courier New" panose="02070309020205020404" pitchFamily="49" charset="0"/>
                        </a:rPr>
                        <a:t>0.0036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dirty="0">
                          <a:effectLst/>
                          <a:latin typeface="Courier New" panose="02070309020205020404" pitchFamily="49" charset="0"/>
                        </a:rPr>
                        <a:t>22.4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613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6193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6577E-3C8F-B8A2-CED8-4CB5534B1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Dosage </a:t>
            </a:r>
            <a:r>
              <a:rPr lang="de-CH" dirty="0" err="1"/>
              <a:t>calculation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5D9EA-D895-A03D-52E0-4669731AF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sz="2400" dirty="0"/>
              <a:t>Dosage oral: 150mg / </a:t>
            </a:r>
            <a:r>
              <a:rPr lang="de-CH" sz="2400" dirty="0" err="1"/>
              <a:t>F</a:t>
            </a:r>
            <a:r>
              <a:rPr lang="de-CH" sz="1800" dirty="0" err="1"/>
              <a:t>pop</a:t>
            </a:r>
            <a:r>
              <a:rPr lang="de-CH" sz="2400" dirty="0"/>
              <a:t> = 214.3mg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606474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313EB-AED5-E077-1139-1A65DB240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Simulations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74451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61016-06AB-3A02-9C04-872BF64C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Scenario </a:t>
            </a:r>
            <a:r>
              <a:rPr lang="de-CH" dirty="0" err="1"/>
              <a:t>patients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89A4B-F8D7-A6D2-E451-D31BBCE16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sz="2000" dirty="0" err="1"/>
              <a:t>Two</a:t>
            </a:r>
            <a:r>
              <a:rPr lang="de-CH" sz="2000" dirty="0"/>
              <a:t> </a:t>
            </a:r>
            <a:r>
              <a:rPr lang="de-CH" sz="2000" dirty="0" err="1"/>
              <a:t>covariates</a:t>
            </a:r>
            <a:r>
              <a:rPr lang="de-CH" sz="2000" dirty="0"/>
              <a:t>:</a:t>
            </a:r>
          </a:p>
          <a:p>
            <a:endParaRPr lang="de-CH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000" dirty="0" err="1"/>
              <a:t>Weight</a:t>
            </a:r>
            <a:r>
              <a:rPr lang="de-CH" sz="2000" dirty="0"/>
              <a:t>: 70kg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000" dirty="0"/>
              <a:t>Sex: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r>
              <a:rPr lang="de-DE" sz="2000" dirty="0" err="1"/>
              <a:t>Simulated</a:t>
            </a:r>
            <a:r>
              <a:rPr lang="de-DE" sz="2000" dirty="0"/>
              <a:t> 1000 </a:t>
            </a:r>
            <a:r>
              <a:rPr lang="de-DE" sz="2000" dirty="0" err="1"/>
              <a:t>patients</a:t>
            </a:r>
            <a:endParaRPr lang="de-CH" sz="2000" dirty="0"/>
          </a:p>
        </p:txBody>
      </p:sp>
    </p:spTree>
    <p:extLst>
      <p:ext uri="{BB962C8B-B14F-4D97-AF65-F5344CB8AC3E}">
        <p14:creationId xmlns:p14="http://schemas.microsoft.com/office/powerpoint/2010/main" val="27659580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CAEA3-9870-2DA5-4A5D-1F0883ACC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E66B7-3DA6-6529-6E53-8CADF7F87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Scenario </a:t>
            </a:r>
            <a:r>
              <a:rPr lang="de-CH" dirty="0" err="1"/>
              <a:t>treatments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BAEF3-A4E3-6892-9095-FAEA36D81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000" dirty="0"/>
              <a:t>Reference IV 150mg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000" dirty="0"/>
              <a:t>Oral 150mg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000" dirty="0"/>
              <a:t>Oral: 210mg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000" dirty="0"/>
              <a:t>Oral: 250mg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000" dirty="0"/>
              <a:t>Oral: 300mg</a:t>
            </a:r>
          </a:p>
        </p:txBody>
      </p:sp>
    </p:spTree>
    <p:extLst>
      <p:ext uri="{BB962C8B-B14F-4D97-AF65-F5344CB8AC3E}">
        <p14:creationId xmlns:p14="http://schemas.microsoft.com/office/powerpoint/2010/main" val="21414834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802CD-B4FF-1769-AB4B-D7A35EC4E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3BFE1-B145-891C-7BC2-6F97C74E8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Scenario </a:t>
            </a:r>
            <a:r>
              <a:rPr lang="de-CH" dirty="0" err="1"/>
              <a:t>outputs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4C145-80D4-E61C-5DC7-4B5A8B30C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000" dirty="0" err="1"/>
              <a:t>Grid</a:t>
            </a:r>
            <a:r>
              <a:rPr lang="de-CH" sz="2000" dirty="0"/>
              <a:t> </a:t>
            </a:r>
            <a:r>
              <a:rPr lang="de-CH" sz="2000" dirty="0" err="1"/>
              <a:t>from</a:t>
            </a:r>
            <a:r>
              <a:rPr lang="de-CH" sz="2000" dirty="0"/>
              <a:t> 0 </a:t>
            </a:r>
            <a:r>
              <a:rPr lang="de-CH" sz="2000" dirty="0" err="1"/>
              <a:t>to</a:t>
            </a:r>
            <a:r>
              <a:rPr lang="de-CH" sz="2000" dirty="0"/>
              <a:t> 6h </a:t>
            </a:r>
            <a:r>
              <a:rPr lang="de-CH" sz="2000" dirty="0" err="1"/>
              <a:t>for</a:t>
            </a:r>
            <a:r>
              <a:rPr lang="de-CH" sz="2000" dirty="0"/>
              <a:t> AUC </a:t>
            </a:r>
            <a:r>
              <a:rPr lang="de-CH" sz="2000" dirty="0" err="1"/>
              <a:t>with</a:t>
            </a:r>
            <a:r>
              <a:rPr lang="de-CH" sz="2000" dirty="0"/>
              <a:t> 0.1 </a:t>
            </a:r>
            <a:r>
              <a:rPr lang="de-CH" sz="2000" dirty="0" err="1"/>
              <a:t>stepsize</a:t>
            </a:r>
            <a:endParaRPr lang="de-CH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000" dirty="0" err="1"/>
              <a:t>Grid</a:t>
            </a:r>
            <a:r>
              <a:rPr lang="de-CH" sz="2000" dirty="0"/>
              <a:t> </a:t>
            </a:r>
            <a:r>
              <a:rPr lang="de-CH" sz="2000" dirty="0" err="1"/>
              <a:t>from</a:t>
            </a:r>
            <a:r>
              <a:rPr lang="de-CH" sz="2000" dirty="0"/>
              <a:t> 0 </a:t>
            </a:r>
            <a:r>
              <a:rPr lang="de-CH" sz="2000" dirty="0" err="1"/>
              <a:t>to</a:t>
            </a:r>
            <a:r>
              <a:rPr lang="de-CH" sz="2000" dirty="0"/>
              <a:t> 6h </a:t>
            </a:r>
            <a:r>
              <a:rPr lang="de-CH" sz="2000" dirty="0" err="1"/>
              <a:t>for</a:t>
            </a:r>
            <a:r>
              <a:rPr lang="de-CH" sz="2000" dirty="0"/>
              <a:t> </a:t>
            </a:r>
            <a:r>
              <a:rPr lang="de-CH" sz="2000" dirty="0" err="1"/>
              <a:t>concentration</a:t>
            </a:r>
            <a:r>
              <a:rPr lang="de-CH" sz="2000" dirty="0"/>
              <a:t> </a:t>
            </a:r>
            <a:r>
              <a:rPr lang="de-CH" sz="2000" dirty="0" err="1"/>
              <a:t>with</a:t>
            </a:r>
            <a:r>
              <a:rPr lang="de-CH" sz="2000" dirty="0"/>
              <a:t> 0.1 </a:t>
            </a:r>
            <a:r>
              <a:rPr lang="de-CH" sz="2000" dirty="0" err="1"/>
              <a:t>stepsize</a:t>
            </a:r>
            <a:endParaRPr lang="de-CH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000" dirty="0" err="1"/>
              <a:t>Grid</a:t>
            </a:r>
            <a:r>
              <a:rPr lang="de-CH" sz="2000" dirty="0"/>
              <a:t> </a:t>
            </a:r>
            <a:r>
              <a:rPr lang="de-CH" sz="2000" dirty="0" err="1"/>
              <a:t>from</a:t>
            </a:r>
            <a:r>
              <a:rPr lang="de-CH" sz="2000" dirty="0"/>
              <a:t> 0 </a:t>
            </a:r>
            <a:r>
              <a:rPr lang="de-CH" sz="2000" dirty="0" err="1"/>
              <a:t>to</a:t>
            </a:r>
            <a:r>
              <a:rPr lang="de-CH" sz="2000" dirty="0"/>
              <a:t> 30h </a:t>
            </a:r>
            <a:r>
              <a:rPr lang="de-CH" sz="2000" dirty="0" err="1"/>
              <a:t>for</a:t>
            </a:r>
            <a:r>
              <a:rPr lang="de-CH" sz="2000" dirty="0"/>
              <a:t> AUC </a:t>
            </a:r>
            <a:r>
              <a:rPr lang="de-CH" sz="2000" dirty="0" err="1"/>
              <a:t>with</a:t>
            </a:r>
            <a:r>
              <a:rPr lang="de-CH" sz="2000" dirty="0"/>
              <a:t> 1 </a:t>
            </a:r>
            <a:r>
              <a:rPr lang="de-CH" sz="2000" dirty="0" err="1"/>
              <a:t>stepsize</a:t>
            </a:r>
            <a:endParaRPr lang="de-CH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000" dirty="0" err="1"/>
              <a:t>Grid</a:t>
            </a:r>
            <a:r>
              <a:rPr lang="de-CH" sz="2000" dirty="0"/>
              <a:t> </a:t>
            </a:r>
            <a:r>
              <a:rPr lang="de-CH" sz="2000" dirty="0" err="1"/>
              <a:t>from</a:t>
            </a:r>
            <a:r>
              <a:rPr lang="de-CH" sz="2000" dirty="0"/>
              <a:t> 0 </a:t>
            </a:r>
            <a:r>
              <a:rPr lang="de-CH" sz="2000" dirty="0" err="1"/>
              <a:t>to</a:t>
            </a:r>
            <a:r>
              <a:rPr lang="de-CH" sz="2000" dirty="0"/>
              <a:t> 30h </a:t>
            </a:r>
            <a:r>
              <a:rPr lang="de-CH" sz="2000" dirty="0" err="1"/>
              <a:t>for</a:t>
            </a:r>
            <a:r>
              <a:rPr lang="de-CH" sz="2000" dirty="0"/>
              <a:t> </a:t>
            </a:r>
            <a:r>
              <a:rPr lang="de-CH" sz="2000" dirty="0" err="1"/>
              <a:t>concentration</a:t>
            </a:r>
            <a:r>
              <a:rPr lang="de-CH" sz="2000" dirty="0"/>
              <a:t> </a:t>
            </a:r>
            <a:r>
              <a:rPr lang="de-CH" sz="2000" dirty="0" err="1"/>
              <a:t>with</a:t>
            </a:r>
            <a:r>
              <a:rPr lang="de-CH" sz="2000" dirty="0"/>
              <a:t> 1 </a:t>
            </a:r>
            <a:r>
              <a:rPr lang="de-CH" sz="2000" dirty="0" err="1"/>
              <a:t>stepsize</a:t>
            </a:r>
            <a:endParaRPr lang="de-CH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sz="2000" dirty="0"/>
          </a:p>
        </p:txBody>
      </p:sp>
    </p:spTree>
    <p:extLst>
      <p:ext uri="{BB962C8B-B14F-4D97-AF65-F5344CB8AC3E}">
        <p14:creationId xmlns:p14="http://schemas.microsoft.com/office/powerpoint/2010/main" val="4292573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B7BD-B58B-6EE0-62E2-FF6964506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AUC</a:t>
            </a:r>
            <a:r>
              <a:rPr lang="de-CH" sz="1600" dirty="0"/>
              <a:t>0-6h </a:t>
            </a:r>
            <a:r>
              <a:rPr lang="de-CH" dirty="0"/>
              <a:t>Median</a:t>
            </a:r>
            <a:endParaRPr lang="de-D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02C957-9FFD-819C-F18C-C5DC5C165E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8656" y="208307"/>
            <a:ext cx="6787467" cy="6314922"/>
          </a:xfr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B4715FC-D6AE-4107-EAB1-E08353083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813312"/>
              </p:ext>
            </p:extLst>
          </p:nvPr>
        </p:nvGraphicFramePr>
        <p:xfrm>
          <a:off x="155877" y="2687320"/>
          <a:ext cx="50927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556">
                  <a:extLst>
                    <a:ext uri="{9D8B030D-6E8A-4147-A177-3AD203B41FA5}">
                      <a16:colId xmlns:a16="http://schemas.microsoft.com/office/drawing/2014/main" val="3513815266"/>
                    </a:ext>
                  </a:extLst>
                </a:gridCol>
                <a:gridCol w="1018556">
                  <a:extLst>
                    <a:ext uri="{9D8B030D-6E8A-4147-A177-3AD203B41FA5}">
                      <a16:colId xmlns:a16="http://schemas.microsoft.com/office/drawing/2014/main" val="3496566414"/>
                    </a:ext>
                  </a:extLst>
                </a:gridCol>
                <a:gridCol w="1018556">
                  <a:extLst>
                    <a:ext uri="{9D8B030D-6E8A-4147-A177-3AD203B41FA5}">
                      <a16:colId xmlns:a16="http://schemas.microsoft.com/office/drawing/2014/main" val="4210813502"/>
                    </a:ext>
                  </a:extLst>
                </a:gridCol>
                <a:gridCol w="1018556">
                  <a:extLst>
                    <a:ext uri="{9D8B030D-6E8A-4147-A177-3AD203B41FA5}">
                      <a16:colId xmlns:a16="http://schemas.microsoft.com/office/drawing/2014/main" val="533876172"/>
                    </a:ext>
                  </a:extLst>
                </a:gridCol>
                <a:gridCol w="1018556">
                  <a:extLst>
                    <a:ext uri="{9D8B030D-6E8A-4147-A177-3AD203B41FA5}">
                      <a16:colId xmlns:a16="http://schemas.microsoft.com/office/drawing/2014/main" val="1370018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sz="1600" dirty="0"/>
                        <a:t>IV </a:t>
                      </a:r>
                      <a:r>
                        <a:rPr lang="de-CH" sz="1600" dirty="0" err="1"/>
                        <a:t>Ref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/>
                        <a:t>Oral 150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/>
                        <a:t>Oral 210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/>
                        <a:t>Oral 250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/>
                        <a:t>Oral 300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527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9.61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4.98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6.97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8.14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b="1" dirty="0"/>
                        <a:t>9.87</a:t>
                      </a:r>
                      <a:endParaRPr lang="de-DE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609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82413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A4D6AC-BBA6-49DB-104B-BBE8F217FC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8658" y="207684"/>
            <a:ext cx="6787466" cy="6314921"/>
          </a:xfr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B7CC80-1940-35DB-06A3-1BC830AD2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751865"/>
              </p:ext>
            </p:extLst>
          </p:nvPr>
        </p:nvGraphicFramePr>
        <p:xfrm>
          <a:off x="155877" y="2687320"/>
          <a:ext cx="50927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556">
                  <a:extLst>
                    <a:ext uri="{9D8B030D-6E8A-4147-A177-3AD203B41FA5}">
                      <a16:colId xmlns:a16="http://schemas.microsoft.com/office/drawing/2014/main" val="3513815266"/>
                    </a:ext>
                  </a:extLst>
                </a:gridCol>
                <a:gridCol w="1018556">
                  <a:extLst>
                    <a:ext uri="{9D8B030D-6E8A-4147-A177-3AD203B41FA5}">
                      <a16:colId xmlns:a16="http://schemas.microsoft.com/office/drawing/2014/main" val="3496566414"/>
                    </a:ext>
                  </a:extLst>
                </a:gridCol>
                <a:gridCol w="1018556">
                  <a:extLst>
                    <a:ext uri="{9D8B030D-6E8A-4147-A177-3AD203B41FA5}">
                      <a16:colId xmlns:a16="http://schemas.microsoft.com/office/drawing/2014/main" val="4210813502"/>
                    </a:ext>
                  </a:extLst>
                </a:gridCol>
                <a:gridCol w="1018556">
                  <a:extLst>
                    <a:ext uri="{9D8B030D-6E8A-4147-A177-3AD203B41FA5}">
                      <a16:colId xmlns:a16="http://schemas.microsoft.com/office/drawing/2014/main" val="533876172"/>
                    </a:ext>
                  </a:extLst>
                </a:gridCol>
                <a:gridCol w="1018556">
                  <a:extLst>
                    <a:ext uri="{9D8B030D-6E8A-4147-A177-3AD203B41FA5}">
                      <a16:colId xmlns:a16="http://schemas.microsoft.com/office/drawing/2014/main" val="1370018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sz="1600" dirty="0"/>
                        <a:t>IV </a:t>
                      </a:r>
                      <a:r>
                        <a:rPr lang="de-CH" sz="1600" dirty="0" err="1"/>
                        <a:t>Ref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/>
                        <a:t>Oral 150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/>
                        <a:t>Oral 210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/>
                        <a:t>Oral 250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/>
                        <a:t>Oral 300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527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20.08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13.88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b="1" dirty="0"/>
                        <a:t>19.3</a:t>
                      </a:r>
                      <a:endParaRPr lang="de-D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22.48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b="0" dirty="0"/>
                        <a:t>27.42</a:t>
                      </a:r>
                      <a:endParaRPr lang="de-DE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609842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B535045E-F4BD-79B7-5B38-F62901AC8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463" y="1169988"/>
            <a:ext cx="11012487" cy="492125"/>
          </a:xfrm>
        </p:spPr>
        <p:txBody>
          <a:bodyPr/>
          <a:lstStyle/>
          <a:p>
            <a:r>
              <a:rPr lang="de-CH" dirty="0"/>
              <a:t>AUC</a:t>
            </a:r>
            <a:r>
              <a:rPr lang="de-CH" sz="1600" dirty="0"/>
              <a:t>0-30h </a:t>
            </a:r>
            <a:r>
              <a:rPr lang="de-CH" dirty="0"/>
              <a:t>Median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32971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169C94-D294-3E76-72B0-D4BFCF7D0C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8657" y="207531"/>
            <a:ext cx="6787466" cy="6314921"/>
          </a:xfr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D1F4E52-50F9-3E63-B453-E109F4488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314166"/>
              </p:ext>
            </p:extLst>
          </p:nvPr>
        </p:nvGraphicFramePr>
        <p:xfrm>
          <a:off x="155877" y="2687320"/>
          <a:ext cx="50927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556">
                  <a:extLst>
                    <a:ext uri="{9D8B030D-6E8A-4147-A177-3AD203B41FA5}">
                      <a16:colId xmlns:a16="http://schemas.microsoft.com/office/drawing/2014/main" val="3513815266"/>
                    </a:ext>
                  </a:extLst>
                </a:gridCol>
                <a:gridCol w="1018556">
                  <a:extLst>
                    <a:ext uri="{9D8B030D-6E8A-4147-A177-3AD203B41FA5}">
                      <a16:colId xmlns:a16="http://schemas.microsoft.com/office/drawing/2014/main" val="3496566414"/>
                    </a:ext>
                  </a:extLst>
                </a:gridCol>
                <a:gridCol w="1018556">
                  <a:extLst>
                    <a:ext uri="{9D8B030D-6E8A-4147-A177-3AD203B41FA5}">
                      <a16:colId xmlns:a16="http://schemas.microsoft.com/office/drawing/2014/main" val="4210813502"/>
                    </a:ext>
                  </a:extLst>
                </a:gridCol>
                <a:gridCol w="1018556">
                  <a:extLst>
                    <a:ext uri="{9D8B030D-6E8A-4147-A177-3AD203B41FA5}">
                      <a16:colId xmlns:a16="http://schemas.microsoft.com/office/drawing/2014/main" val="533876172"/>
                    </a:ext>
                  </a:extLst>
                </a:gridCol>
                <a:gridCol w="1018556">
                  <a:extLst>
                    <a:ext uri="{9D8B030D-6E8A-4147-A177-3AD203B41FA5}">
                      <a16:colId xmlns:a16="http://schemas.microsoft.com/office/drawing/2014/main" val="1370018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sz="1600" dirty="0"/>
                        <a:t>IV </a:t>
                      </a:r>
                      <a:r>
                        <a:rPr lang="de-CH" sz="1600" dirty="0" err="1"/>
                        <a:t>Ref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/>
                        <a:t>Oral 150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/>
                        <a:t>Oral 210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/>
                        <a:t>Oral 250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/>
                        <a:t>Oral 300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527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1.16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0.92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b="1" dirty="0"/>
                        <a:t>1.28</a:t>
                      </a:r>
                      <a:endParaRPr lang="de-D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1.50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b="0" dirty="0"/>
                        <a:t>1.82</a:t>
                      </a:r>
                      <a:endParaRPr lang="de-DE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609842"/>
                  </a:ext>
                </a:extLst>
              </a:tr>
            </a:tbl>
          </a:graphicData>
        </a:graphic>
      </p:graphicFrame>
      <p:sp>
        <p:nvSpPr>
          <p:cNvPr id="13" name="Title 1">
            <a:extLst>
              <a:ext uri="{FF2B5EF4-FFF2-40B4-BE49-F238E27FC236}">
                <a16:creationId xmlns:a16="http://schemas.microsoft.com/office/drawing/2014/main" id="{97C0ECFE-99AC-5BC5-0A19-1CC27B8FA086}"/>
              </a:ext>
            </a:extLst>
          </p:cNvPr>
          <p:cNvSpPr txBox="1">
            <a:spLocks/>
          </p:cNvSpPr>
          <p:nvPr/>
        </p:nvSpPr>
        <p:spPr>
          <a:xfrm>
            <a:off x="398463" y="1169988"/>
            <a:ext cx="11012487" cy="49212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dirty="0"/>
              <a:t>Cc</a:t>
            </a:r>
            <a:r>
              <a:rPr lang="de-CH" sz="1600" dirty="0"/>
              <a:t>6h </a:t>
            </a:r>
            <a:r>
              <a:rPr lang="de-CH" dirty="0"/>
              <a:t>Median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547034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4BAEA-100D-FDDC-15B8-C9AF6645F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Conclusions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890580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32191-B3BC-93E3-4DEB-010CD619C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75996-2AEE-1376-DCA8-707416B1C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Research </a:t>
            </a:r>
            <a:r>
              <a:rPr lang="de-CH" dirty="0" err="1"/>
              <a:t>question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0FF52-A6B3-C2F0-FC92-02F67AEED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222" y="2131454"/>
            <a:ext cx="11012400" cy="4053447"/>
          </a:xfrm>
        </p:spPr>
        <p:txBody>
          <a:bodyPr/>
          <a:lstStyle/>
          <a:p>
            <a:r>
              <a:rPr lang="en-US" sz="1800" dirty="0"/>
              <a:t>Primary objective: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What dose for tablets matches the AUC 0h-6h of 150 mg </a:t>
            </a:r>
            <a:r>
              <a:rPr lang="en-US" sz="1800" dirty="0" err="1"/>
              <a:t>Funytoin</a:t>
            </a:r>
            <a:r>
              <a:rPr lang="en-US" sz="1800" dirty="0"/>
              <a:t> IV in patients weighting 70 kg?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Answer:</a:t>
            </a:r>
          </a:p>
          <a:p>
            <a:r>
              <a:rPr lang="en-US" sz="1800" dirty="0"/>
              <a:t>300mg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But:</a:t>
            </a:r>
          </a:p>
          <a:p>
            <a:r>
              <a:rPr lang="en-US" sz="1800" dirty="0"/>
              <a:t>Concentration matches better with the 210mg tablet</a:t>
            </a:r>
          </a:p>
        </p:txBody>
      </p:sp>
    </p:spTree>
    <p:extLst>
      <p:ext uri="{BB962C8B-B14F-4D97-AF65-F5344CB8AC3E}">
        <p14:creationId xmlns:p14="http://schemas.microsoft.com/office/powerpoint/2010/main" val="42603873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4DFEF-84B7-C1F7-8FF5-0BC816E25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CDFDE-3B0C-51A5-9910-7CEF5973C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Research </a:t>
            </a:r>
            <a:r>
              <a:rPr lang="de-CH" dirty="0" err="1"/>
              <a:t>question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673FD-28CE-05A8-5F96-4EC949C08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222" y="1854558"/>
            <a:ext cx="11012400" cy="4256467"/>
          </a:xfrm>
        </p:spPr>
        <p:txBody>
          <a:bodyPr/>
          <a:lstStyle/>
          <a:p>
            <a:r>
              <a:rPr lang="en-US" sz="1800" dirty="0"/>
              <a:t>Secondary objectives: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What is the absolute bioavailability (F) of the oral tablet?</a:t>
            </a:r>
          </a:p>
          <a:p>
            <a:pPr marL="611188" lvl="2" indent="-342900">
              <a:buFont typeface="Arial" panose="020B0604020202020204" pitchFamily="34" charset="0"/>
              <a:buChar char="•"/>
            </a:pPr>
            <a:r>
              <a:rPr lang="en-US" sz="1800" dirty="0"/>
              <a:t>F = 0.7 = 70%</a:t>
            </a:r>
          </a:p>
          <a:p>
            <a:pPr marL="611188" lvl="2" indent="-34290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What is the variability between patients?</a:t>
            </a:r>
          </a:p>
          <a:p>
            <a:pPr marL="611188" lvl="2" indent="-342900">
              <a:buFont typeface="Arial" panose="020B0604020202020204" pitchFamily="34" charset="0"/>
              <a:buChar char="•"/>
            </a:pPr>
            <a:r>
              <a:rPr lang="en-US" sz="1800" dirty="0"/>
              <a:t> </a:t>
            </a:r>
          </a:p>
          <a:p>
            <a:pPr marL="611188" lvl="2" indent="-34290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611188" lvl="2" indent="-34290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611188" lvl="2" indent="-34290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611188" lvl="2" indent="-342900">
              <a:buFont typeface="Arial" panose="020B0604020202020204" pitchFamily="34" charset="0"/>
              <a:buChar char="•"/>
            </a:pPr>
            <a:endParaRPr lang="en-US" sz="1800" dirty="0"/>
          </a:p>
          <a:p>
            <a:pPr lvl="2" indent="0">
              <a:buNone/>
            </a:pPr>
            <a:endParaRPr lang="en-US" sz="1800" dirty="0"/>
          </a:p>
          <a:p>
            <a:pPr marL="611188" lvl="2" indent="-34290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What is the impact of the covariates on the clearance and volume of distribution?</a:t>
            </a:r>
          </a:p>
          <a:p>
            <a:pPr marL="611188" lvl="2" indent="-342900">
              <a:buFont typeface="Arial" panose="020B0604020202020204" pitchFamily="34" charset="0"/>
              <a:buChar char="•"/>
            </a:pPr>
            <a:r>
              <a:rPr lang="en-US" sz="1800" dirty="0"/>
              <a:t>Log-weight on volume of distribution: 1.16</a:t>
            </a:r>
          </a:p>
          <a:p>
            <a:pPr marL="611188" lvl="2" indent="-342900">
              <a:buFont typeface="Arial" panose="020B0604020202020204" pitchFamily="34" charset="0"/>
              <a:buChar char="•"/>
            </a:pPr>
            <a:r>
              <a:rPr lang="en-US" sz="1800" dirty="0"/>
              <a:t>Weight on clearance: 0.016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4DAB26-4F09-1FE1-1BBB-A4D8084A64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525905"/>
              </p:ext>
            </p:extLst>
          </p:nvPr>
        </p:nvGraphicFramePr>
        <p:xfrm>
          <a:off x="992209" y="3243777"/>
          <a:ext cx="4371843" cy="1676400"/>
        </p:xfrm>
        <a:graphic>
          <a:graphicData uri="http://schemas.openxmlformats.org/drawingml/2006/table">
            <a:tbl>
              <a:tblPr/>
              <a:tblGrid>
                <a:gridCol w="1457281">
                  <a:extLst>
                    <a:ext uri="{9D8B030D-6E8A-4147-A177-3AD203B41FA5}">
                      <a16:colId xmlns:a16="http://schemas.microsoft.com/office/drawing/2014/main" val="3318751815"/>
                    </a:ext>
                  </a:extLst>
                </a:gridCol>
                <a:gridCol w="1457281">
                  <a:extLst>
                    <a:ext uri="{9D8B030D-6E8A-4147-A177-3AD203B41FA5}">
                      <a16:colId xmlns:a16="http://schemas.microsoft.com/office/drawing/2014/main" val="1659855288"/>
                    </a:ext>
                  </a:extLst>
                </a:gridCol>
                <a:gridCol w="1457281">
                  <a:extLst>
                    <a:ext uri="{9D8B030D-6E8A-4147-A177-3AD203B41FA5}">
                      <a16:colId xmlns:a16="http://schemas.microsoft.com/office/drawing/2014/main" val="3054197894"/>
                    </a:ext>
                  </a:extLst>
                </a:gridCol>
              </a:tblGrid>
              <a:tr h="2294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600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600" b="1" dirty="0">
                          <a:solidFill>
                            <a:srgbClr val="FFFFFF"/>
                          </a:solidFill>
                          <a:effectLst/>
                        </a:rPr>
                        <a:t>Value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b="1" dirty="0">
                          <a:solidFill>
                            <a:srgbClr val="FFFFFF"/>
                          </a:solidFill>
                          <a:effectLst/>
                        </a:rPr>
                        <a:t>C.V.(%)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051951"/>
                  </a:ext>
                </a:extLst>
              </a:tr>
              <a:tr h="3101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600" b="1" dirty="0" err="1">
                          <a:solidFill>
                            <a:srgbClr val="FFFFFF"/>
                          </a:solidFill>
                          <a:effectLst/>
                        </a:rPr>
                        <a:t>omega_F</a:t>
                      </a:r>
                      <a:endParaRPr lang="de-DE" sz="1600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1600" dirty="0">
                          <a:effectLst/>
                          <a:latin typeface="Courier New" panose="02070309020205020404" pitchFamily="49" charset="0"/>
                        </a:rPr>
                        <a:t>0.6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1600">
                          <a:effectLst/>
                          <a:latin typeface="Courier New" panose="02070309020205020404" pitchFamily="49" charset="0"/>
                        </a:rPr>
                        <a:t>17.35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349092"/>
                  </a:ext>
                </a:extLst>
              </a:tr>
              <a:tr h="3101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600" b="1">
                          <a:solidFill>
                            <a:srgbClr val="FFFFFF"/>
                          </a:solidFill>
                          <a:effectLst/>
                        </a:rPr>
                        <a:t>omega_ka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1600" dirty="0">
                          <a:effectLst/>
                          <a:latin typeface="Courier New" panose="02070309020205020404" pitchFamily="49" charset="0"/>
                        </a:rPr>
                        <a:t>0.25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1600" dirty="0">
                          <a:effectLst/>
                          <a:latin typeface="Courier New" panose="02070309020205020404" pitchFamily="49" charset="0"/>
                        </a:rPr>
                        <a:t>25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48501"/>
                  </a:ext>
                </a:extLst>
              </a:tr>
              <a:tr h="3101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600" b="1">
                          <a:solidFill>
                            <a:srgbClr val="FFFFFF"/>
                          </a:solidFill>
                          <a:effectLst/>
                        </a:rPr>
                        <a:t>omega_V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1600" dirty="0">
                          <a:effectLst/>
                          <a:latin typeface="Courier New" panose="02070309020205020404" pitchFamily="49" charset="0"/>
                        </a:rPr>
                        <a:t>0.16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1600" dirty="0">
                          <a:effectLst/>
                          <a:latin typeface="Courier New" panose="02070309020205020404" pitchFamily="49" charset="0"/>
                        </a:rPr>
                        <a:t>16.31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723551"/>
                  </a:ext>
                </a:extLst>
              </a:tr>
              <a:tr h="3101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600" b="1" dirty="0" err="1">
                          <a:solidFill>
                            <a:srgbClr val="FFFFFF"/>
                          </a:solidFill>
                          <a:effectLst/>
                        </a:rPr>
                        <a:t>omega_Cl</a:t>
                      </a:r>
                      <a:endParaRPr lang="de-DE" sz="1600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1600" dirty="0">
                          <a:effectLst/>
                          <a:latin typeface="Courier New" panose="02070309020205020404" pitchFamily="49" charset="0"/>
                        </a:rPr>
                        <a:t>0.32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1600" dirty="0">
                          <a:effectLst/>
                          <a:latin typeface="Courier New" panose="02070309020205020404" pitchFamily="49" charset="0"/>
                        </a:rPr>
                        <a:t>32.76</a:t>
                      </a:r>
                    </a:p>
                  </a:txBody>
                  <a:tcPr marL="44450" marR="444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722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085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AB842-090F-9DC2-F4C7-07CDA65C3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Questions?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018546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FHNW-Powerpoint Vorlage">
  <a:themeElements>
    <a:clrScheme name="Office-Standar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FHNW-Powerpoint Vorlage" id="{A8C2F9D6-A43F-4E1D-89D6-975DE80B8EB9}" vid="{9C4BCAAA-33C6-4EB3-AE48-9175C85FFC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FHNW-Powerpoint Vorlage</Template>
  <TotalTime>0</TotalTime>
  <Words>626</Words>
  <Application>Microsoft Office PowerPoint</Application>
  <PresentationFormat>Widescreen</PresentationFormat>
  <Paragraphs>205</Paragraphs>
  <Slides>30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Arial</vt:lpstr>
      <vt:lpstr>Courier New</vt:lpstr>
      <vt:lpstr>FHNW-Powerpoint Vorlage</vt:lpstr>
      <vt:lpstr>think-cell Folie</vt:lpstr>
      <vt:lpstr>Funytoin</vt:lpstr>
      <vt:lpstr>Research question</vt:lpstr>
      <vt:lpstr>Research question</vt:lpstr>
      <vt:lpstr>Research question</vt:lpstr>
      <vt:lpstr>Data overview</vt:lpstr>
      <vt:lpstr>Observed data</vt:lpstr>
      <vt:lpstr>Distribution of gender</vt:lpstr>
      <vt:lpstr>Distribution of weight</vt:lpstr>
      <vt:lpstr>Gender vs Weight</vt:lpstr>
      <vt:lpstr>Final model</vt:lpstr>
      <vt:lpstr>Strucutral model</vt:lpstr>
      <vt:lpstr>Error model</vt:lpstr>
      <vt:lpstr>Random effects model IIV</vt:lpstr>
      <vt:lpstr>Used covariates</vt:lpstr>
      <vt:lpstr>Results</vt:lpstr>
      <vt:lpstr>Residuals</vt:lpstr>
      <vt:lpstr>VPC</vt:lpstr>
      <vt:lpstr>Estimated parameters</vt:lpstr>
      <vt:lpstr>Dosage calculation</vt:lpstr>
      <vt:lpstr>Simulations</vt:lpstr>
      <vt:lpstr>Scenario patients</vt:lpstr>
      <vt:lpstr>Scenario treatments</vt:lpstr>
      <vt:lpstr>Scenario outputs</vt:lpstr>
      <vt:lpstr>AUC0-6h Median</vt:lpstr>
      <vt:lpstr>AUC0-30h Median</vt:lpstr>
      <vt:lpstr>PowerPoint Presentation</vt:lpstr>
      <vt:lpstr>Conclusions</vt:lpstr>
      <vt:lpstr>Research question</vt:lpstr>
      <vt:lpstr>Research question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Denis Schatzmann</dc:creator>
  <cp:lastModifiedBy>Denis Schatzmann</cp:lastModifiedBy>
  <cp:revision>1</cp:revision>
  <dcterms:created xsi:type="dcterms:W3CDTF">2026-01-17T16:54:43Z</dcterms:created>
  <dcterms:modified xsi:type="dcterms:W3CDTF">2026-01-19T16:19:57Z</dcterms:modified>
</cp:coreProperties>
</file>